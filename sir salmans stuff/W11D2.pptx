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3" r:id="rId5"/>
    <p:sldMasterId id="2147483684" r:id="rId6"/>
    <p:sldMasterId id="2147483685" r:id="rId7"/>
  </p:sldMasterIdLst>
  <p:notesMasterIdLst>
    <p:notesMasterId r:id="rId8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</p:sldIdLst>
  <p:sldSz cy="5143500" cx="9144000"/>
  <p:notesSz cx="6858000" cy="9144000"/>
  <p:embeddedFontLst>
    <p:embeddedFont>
      <p:font typeface="Unbounded"/>
      <p:regular r:id="rId19"/>
      <p:bold r:id="rId20"/>
    </p:embeddedFont>
    <p:embeddedFont>
      <p:font typeface="Open Sans"/>
      <p:regular r:id="rId21"/>
      <p:bold r:id="rId22"/>
      <p:italic r:id="rId23"/>
      <p:bold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B82E459-A1B3-489D-AFB6-673335426935}">
  <a:tblStyle styleId="{DB82E459-A1B3-489D-AFB6-673335426935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Unbounded-bold.fntdata"/><Relationship Id="rId11" Type="http://schemas.openxmlformats.org/officeDocument/2006/relationships/slide" Target="slides/slide3.xml"/><Relationship Id="rId22" Type="http://schemas.openxmlformats.org/officeDocument/2006/relationships/font" Target="fonts/OpenSans-bold.fntdata"/><Relationship Id="rId10" Type="http://schemas.openxmlformats.org/officeDocument/2006/relationships/slide" Target="slides/slide2.xml"/><Relationship Id="rId21" Type="http://schemas.openxmlformats.org/officeDocument/2006/relationships/font" Target="fonts/OpenSans-regular.fntdata"/><Relationship Id="rId13" Type="http://schemas.openxmlformats.org/officeDocument/2006/relationships/slide" Target="slides/slide5.xml"/><Relationship Id="rId24" Type="http://schemas.openxmlformats.org/officeDocument/2006/relationships/font" Target="fonts/OpenSans-boldItalic.fntdata"/><Relationship Id="rId12" Type="http://schemas.openxmlformats.org/officeDocument/2006/relationships/slide" Target="slides/slide4.xml"/><Relationship Id="rId23" Type="http://schemas.openxmlformats.org/officeDocument/2006/relationships/font" Target="fonts/OpenSans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1.xml"/><Relationship Id="rId15" Type="http://schemas.openxmlformats.org/officeDocument/2006/relationships/slide" Target="slides/slide7.xml"/><Relationship Id="rId14" Type="http://schemas.openxmlformats.org/officeDocument/2006/relationships/slide" Target="slides/slide6.xml"/><Relationship Id="rId17" Type="http://schemas.openxmlformats.org/officeDocument/2006/relationships/slide" Target="slides/slide9.xml"/><Relationship Id="rId16" Type="http://schemas.openxmlformats.org/officeDocument/2006/relationships/slide" Target="slides/slide8.xml"/><Relationship Id="rId5" Type="http://schemas.openxmlformats.org/officeDocument/2006/relationships/slideMaster" Target="slideMasters/slideMaster1.xml"/><Relationship Id="rId19" Type="http://schemas.openxmlformats.org/officeDocument/2006/relationships/font" Target="fonts/Unbounded-regular.fntdata"/><Relationship Id="rId6" Type="http://schemas.openxmlformats.org/officeDocument/2006/relationships/slideMaster" Target="slideMasters/slideMaster2.xml"/><Relationship Id="rId18" Type="http://schemas.openxmlformats.org/officeDocument/2006/relationships/slide" Target="slides/slide10.xml"/><Relationship Id="rId7" Type="http://schemas.openxmlformats.org/officeDocument/2006/relationships/slideMaster" Target="slideMasters/slideMaster3.xml"/><Relationship Id="rId8" Type="http://schemas.openxmlformats.org/officeDocument/2006/relationships/notesMaster" Target="notesMasters/notesMaster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4b1bdceee2_2_54:notes"/>
          <p:cNvSpPr/>
          <p:nvPr>
            <p:ph idx="2" type="sldImg"/>
          </p:nvPr>
        </p:nvSpPr>
        <p:spPr>
          <a:xfrm>
            <a:off x="571500" y="714375"/>
            <a:ext cx="4571400" cy="19284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0" name="Google Shape;160;g34b1bdceee2_2_54:notes"/>
          <p:cNvSpPr txBox="1"/>
          <p:nvPr>
            <p:ph idx="1" type="body"/>
          </p:nvPr>
        </p:nvSpPr>
        <p:spPr>
          <a:xfrm>
            <a:off x="571500" y="2750400"/>
            <a:ext cx="4571400" cy="2249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65100" rtl="0" algn="l"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sz="14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g34b1bdceee2_2_54:notes"/>
          <p:cNvSpPr txBox="1"/>
          <p:nvPr>
            <p:ph idx="12" type="sldNum"/>
          </p:nvPr>
        </p:nvSpPr>
        <p:spPr>
          <a:xfrm>
            <a:off x="3237300" y="5428350"/>
            <a:ext cx="24759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Times New Roman"/>
              <a:buNone/>
            </a:pPr>
            <a:fld id="{00000000-1234-1234-1234-123412341234}" type="slidenum">
              <a:rPr b="0" i="0" lang="en" sz="11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1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4b1bdceee2_2_65:notes"/>
          <p:cNvSpPr/>
          <p:nvPr>
            <p:ph idx="2" type="sldImg"/>
          </p:nvPr>
        </p:nvSpPr>
        <p:spPr>
          <a:xfrm>
            <a:off x="571500" y="714375"/>
            <a:ext cx="4571400" cy="19284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1" name="Google Shape;171;g34b1bdceee2_2_65:notes"/>
          <p:cNvSpPr txBox="1"/>
          <p:nvPr>
            <p:ph idx="1" type="body"/>
          </p:nvPr>
        </p:nvSpPr>
        <p:spPr>
          <a:xfrm>
            <a:off x="571500" y="2750400"/>
            <a:ext cx="45714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65100" rtl="0" algn="l"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sz="14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g34b1bdceee2_2_65:notes"/>
          <p:cNvSpPr txBox="1"/>
          <p:nvPr>
            <p:ph idx="12" type="sldNum"/>
          </p:nvPr>
        </p:nvSpPr>
        <p:spPr>
          <a:xfrm>
            <a:off x="3237300" y="5428350"/>
            <a:ext cx="24759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Times New Roman"/>
              <a:buNone/>
            </a:pPr>
            <a:fld id="{00000000-1234-1234-1234-123412341234}" type="slidenum">
              <a:rPr b="0" i="0" lang="en" sz="11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1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62422f3453_0_1:notes"/>
          <p:cNvSpPr/>
          <p:nvPr>
            <p:ph idx="2" type="sldImg"/>
          </p:nvPr>
        </p:nvSpPr>
        <p:spPr>
          <a:xfrm>
            <a:off x="571500" y="714375"/>
            <a:ext cx="4571400" cy="1928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8" name="Google Shape;178;g362422f3453_0_1:notes"/>
          <p:cNvSpPr txBox="1"/>
          <p:nvPr>
            <p:ph idx="1" type="body"/>
          </p:nvPr>
        </p:nvSpPr>
        <p:spPr>
          <a:xfrm>
            <a:off x="571500" y="2750400"/>
            <a:ext cx="45714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65100" rtl="0" algn="l"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sz="14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g362422f3453_0_1:notes"/>
          <p:cNvSpPr txBox="1"/>
          <p:nvPr>
            <p:ph idx="12" type="sldNum"/>
          </p:nvPr>
        </p:nvSpPr>
        <p:spPr>
          <a:xfrm>
            <a:off x="3237300" y="5428350"/>
            <a:ext cx="24759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Times New Roman"/>
              <a:buNone/>
            </a:pPr>
            <a:fld id="{00000000-1234-1234-1234-123412341234}" type="slidenum">
              <a:rPr b="0" i="0" lang="en" sz="11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1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6e86e77694_0_3:notes"/>
          <p:cNvSpPr/>
          <p:nvPr>
            <p:ph idx="2" type="sldImg"/>
          </p:nvPr>
        </p:nvSpPr>
        <p:spPr>
          <a:xfrm>
            <a:off x="571500" y="714375"/>
            <a:ext cx="4571400" cy="1928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6" name="Google Shape;186;g36e86e77694_0_3:notes"/>
          <p:cNvSpPr txBox="1"/>
          <p:nvPr>
            <p:ph idx="1" type="body"/>
          </p:nvPr>
        </p:nvSpPr>
        <p:spPr>
          <a:xfrm>
            <a:off x="571500" y="2750400"/>
            <a:ext cx="45714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65100" rtl="0" algn="l"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sz="14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g36e86e77694_0_3:notes"/>
          <p:cNvSpPr txBox="1"/>
          <p:nvPr>
            <p:ph idx="12" type="sldNum"/>
          </p:nvPr>
        </p:nvSpPr>
        <p:spPr>
          <a:xfrm>
            <a:off x="3237300" y="5428350"/>
            <a:ext cx="24759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Times New Roman"/>
              <a:buNone/>
            </a:pPr>
            <a:fld id="{00000000-1234-1234-1234-123412341234}" type="slidenum">
              <a:rPr b="0" i="0" lang="en" sz="11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1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6e86e77694_0_11:notes"/>
          <p:cNvSpPr/>
          <p:nvPr>
            <p:ph idx="2" type="sldImg"/>
          </p:nvPr>
        </p:nvSpPr>
        <p:spPr>
          <a:xfrm>
            <a:off x="571500" y="714375"/>
            <a:ext cx="4571400" cy="1928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3" name="Google Shape;193;g36e86e77694_0_11:notes"/>
          <p:cNvSpPr txBox="1"/>
          <p:nvPr>
            <p:ph idx="1" type="body"/>
          </p:nvPr>
        </p:nvSpPr>
        <p:spPr>
          <a:xfrm>
            <a:off x="571500" y="2750400"/>
            <a:ext cx="45714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65100" rtl="0" algn="l"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sz="14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g36e86e77694_0_11:notes"/>
          <p:cNvSpPr txBox="1"/>
          <p:nvPr>
            <p:ph idx="12" type="sldNum"/>
          </p:nvPr>
        </p:nvSpPr>
        <p:spPr>
          <a:xfrm>
            <a:off x="3237300" y="5428350"/>
            <a:ext cx="24759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Times New Roman"/>
              <a:buNone/>
            </a:pPr>
            <a:fld id="{00000000-1234-1234-1234-123412341234}" type="slidenum">
              <a:rPr b="0" i="0" lang="en" sz="11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1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6ed4af4f10_0_12:notes"/>
          <p:cNvSpPr/>
          <p:nvPr>
            <p:ph idx="2" type="sldImg"/>
          </p:nvPr>
        </p:nvSpPr>
        <p:spPr>
          <a:xfrm>
            <a:off x="571500" y="714375"/>
            <a:ext cx="4571400" cy="1928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1" name="Google Shape;201;g36ed4af4f10_0_12:notes"/>
          <p:cNvSpPr txBox="1"/>
          <p:nvPr>
            <p:ph idx="1" type="body"/>
          </p:nvPr>
        </p:nvSpPr>
        <p:spPr>
          <a:xfrm>
            <a:off x="571500" y="2750400"/>
            <a:ext cx="45714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65100" rtl="0" algn="l"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sz="14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g36ed4af4f10_0_12:notes"/>
          <p:cNvSpPr txBox="1"/>
          <p:nvPr>
            <p:ph idx="12" type="sldNum"/>
          </p:nvPr>
        </p:nvSpPr>
        <p:spPr>
          <a:xfrm>
            <a:off x="3237300" y="5428350"/>
            <a:ext cx="24759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Times New Roman"/>
              <a:buNone/>
            </a:pPr>
            <a:fld id="{00000000-1234-1234-1234-123412341234}" type="slidenum">
              <a:rPr b="0" i="0" lang="en" sz="11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1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6ed4af4f10_0_21:notes"/>
          <p:cNvSpPr/>
          <p:nvPr>
            <p:ph idx="2" type="sldImg"/>
          </p:nvPr>
        </p:nvSpPr>
        <p:spPr>
          <a:xfrm>
            <a:off x="571500" y="714375"/>
            <a:ext cx="4571400" cy="1928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8" name="Google Shape;208;g36ed4af4f10_0_21:notes"/>
          <p:cNvSpPr txBox="1"/>
          <p:nvPr>
            <p:ph idx="1" type="body"/>
          </p:nvPr>
        </p:nvSpPr>
        <p:spPr>
          <a:xfrm>
            <a:off x="571500" y="2750400"/>
            <a:ext cx="45714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65100" rtl="0" algn="l"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sz="14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g36ed4af4f10_0_21:notes"/>
          <p:cNvSpPr txBox="1"/>
          <p:nvPr>
            <p:ph idx="12" type="sldNum"/>
          </p:nvPr>
        </p:nvSpPr>
        <p:spPr>
          <a:xfrm>
            <a:off x="3237300" y="5428350"/>
            <a:ext cx="24759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Times New Roman"/>
              <a:buNone/>
            </a:pPr>
            <a:fld id="{00000000-1234-1234-1234-123412341234}" type="slidenum">
              <a:rPr b="0" i="0" lang="en" sz="11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1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36ed4af4f10_0_30:notes"/>
          <p:cNvSpPr/>
          <p:nvPr>
            <p:ph idx="2" type="sldImg"/>
          </p:nvPr>
        </p:nvSpPr>
        <p:spPr>
          <a:xfrm>
            <a:off x="571500" y="714375"/>
            <a:ext cx="4571400" cy="1928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5" name="Google Shape;215;g36ed4af4f10_0_30:notes"/>
          <p:cNvSpPr txBox="1"/>
          <p:nvPr>
            <p:ph idx="1" type="body"/>
          </p:nvPr>
        </p:nvSpPr>
        <p:spPr>
          <a:xfrm>
            <a:off x="571500" y="2750400"/>
            <a:ext cx="45714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65100" rtl="0" algn="l"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sz="14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g36ed4af4f10_0_30:notes"/>
          <p:cNvSpPr txBox="1"/>
          <p:nvPr>
            <p:ph idx="12" type="sldNum"/>
          </p:nvPr>
        </p:nvSpPr>
        <p:spPr>
          <a:xfrm>
            <a:off x="3237300" y="5428350"/>
            <a:ext cx="24759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Times New Roman"/>
              <a:buNone/>
            </a:pPr>
            <a:fld id="{00000000-1234-1234-1234-123412341234}" type="slidenum">
              <a:rPr b="0" i="0" lang="en" sz="11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1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36ed4af4f10_0_37:notes"/>
          <p:cNvSpPr/>
          <p:nvPr>
            <p:ph idx="2" type="sldImg"/>
          </p:nvPr>
        </p:nvSpPr>
        <p:spPr>
          <a:xfrm>
            <a:off x="571500" y="714375"/>
            <a:ext cx="4571400" cy="1928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2" name="Google Shape;222;g36ed4af4f10_0_37:notes"/>
          <p:cNvSpPr txBox="1"/>
          <p:nvPr>
            <p:ph idx="1" type="body"/>
          </p:nvPr>
        </p:nvSpPr>
        <p:spPr>
          <a:xfrm>
            <a:off x="571500" y="2750400"/>
            <a:ext cx="45714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65100" rtl="0" algn="l"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sz="14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g36ed4af4f10_0_37:notes"/>
          <p:cNvSpPr txBox="1"/>
          <p:nvPr>
            <p:ph idx="12" type="sldNum"/>
          </p:nvPr>
        </p:nvSpPr>
        <p:spPr>
          <a:xfrm>
            <a:off x="3237300" y="5428350"/>
            <a:ext cx="24759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Times New Roman"/>
              <a:buNone/>
            </a:pPr>
            <a:fld id="{00000000-1234-1234-1234-123412341234}" type="slidenum">
              <a:rPr b="0" i="0" lang="en" sz="11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1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34b1bdceee2_2_475:notes"/>
          <p:cNvSpPr/>
          <p:nvPr>
            <p:ph idx="2" type="sldImg"/>
          </p:nvPr>
        </p:nvSpPr>
        <p:spPr>
          <a:xfrm>
            <a:off x="571500" y="714375"/>
            <a:ext cx="4571400" cy="1928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9" name="Google Shape;229;g34b1bdceee2_2_475:notes"/>
          <p:cNvSpPr txBox="1"/>
          <p:nvPr>
            <p:ph idx="1" type="body"/>
          </p:nvPr>
        </p:nvSpPr>
        <p:spPr>
          <a:xfrm>
            <a:off x="571500" y="2750400"/>
            <a:ext cx="45714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65100" rtl="0" algn="l"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sz="14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g34b1bdceee2_2_475:notes"/>
          <p:cNvSpPr txBox="1"/>
          <p:nvPr>
            <p:ph idx="12" type="sldNum"/>
          </p:nvPr>
        </p:nvSpPr>
        <p:spPr>
          <a:xfrm>
            <a:off x="3237300" y="5428350"/>
            <a:ext cx="24759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Times New Roman"/>
              <a:buNone/>
            </a:pPr>
            <a:fld id="{00000000-1234-1234-1234-123412341234}" type="slidenum">
              <a:rPr b="0" lang="en" sz="1100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sz="1100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x">
  <p:cSld name="TITLE_AND_BODY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5"/>
          <p:cNvSpPr txBox="1"/>
          <p:nvPr>
            <p:ph type="title"/>
          </p:nvPr>
        </p:nvSpPr>
        <p:spPr>
          <a:xfrm>
            <a:off x="457200" y="205200"/>
            <a:ext cx="8229375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59" name="Google Shape;59;p15"/>
          <p:cNvSpPr txBox="1"/>
          <p:nvPr>
            <p:ph idx="1" type="subTitle"/>
          </p:nvPr>
        </p:nvSpPr>
        <p:spPr>
          <a:xfrm>
            <a:off x="457200" y="1203525"/>
            <a:ext cx="8229375" cy="2982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" type="obj">
  <p:cSld name="OBJECT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6"/>
          <p:cNvSpPr txBox="1"/>
          <p:nvPr>
            <p:ph type="title"/>
          </p:nvPr>
        </p:nvSpPr>
        <p:spPr>
          <a:xfrm>
            <a:off x="457200" y="205200"/>
            <a:ext cx="8229375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62" name="Google Shape;62;p16"/>
          <p:cNvSpPr txBox="1"/>
          <p:nvPr>
            <p:ph idx="1" type="body"/>
          </p:nvPr>
        </p:nvSpPr>
        <p:spPr>
          <a:xfrm>
            <a:off x="457200" y="1203525"/>
            <a:ext cx="8229375" cy="2982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" type="twoObj">
  <p:cSld name="TWO_OBJECTS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7"/>
          <p:cNvSpPr txBox="1"/>
          <p:nvPr>
            <p:ph type="title"/>
          </p:nvPr>
        </p:nvSpPr>
        <p:spPr>
          <a:xfrm>
            <a:off x="457200" y="205200"/>
            <a:ext cx="8229375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65" name="Google Shape;65;p17"/>
          <p:cNvSpPr txBox="1"/>
          <p:nvPr>
            <p:ph idx="1" type="body"/>
          </p:nvPr>
        </p:nvSpPr>
        <p:spPr>
          <a:xfrm>
            <a:off x="457200" y="1203525"/>
            <a:ext cx="4015800" cy="2982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66" name="Google Shape;66;p17"/>
          <p:cNvSpPr txBox="1"/>
          <p:nvPr>
            <p:ph idx="2" type="body"/>
          </p:nvPr>
        </p:nvSpPr>
        <p:spPr>
          <a:xfrm>
            <a:off x="4673925" y="1203525"/>
            <a:ext cx="4015800" cy="2982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8"/>
          <p:cNvSpPr txBox="1"/>
          <p:nvPr>
            <p:ph type="title"/>
          </p:nvPr>
        </p:nvSpPr>
        <p:spPr>
          <a:xfrm>
            <a:off x="457200" y="205200"/>
            <a:ext cx="8229375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entered Text" type="objOnly">
  <p:cSld name="OBJECT_ONLY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9"/>
          <p:cNvSpPr txBox="1"/>
          <p:nvPr>
            <p:ph idx="1" type="subTitle"/>
          </p:nvPr>
        </p:nvSpPr>
        <p:spPr>
          <a:xfrm>
            <a:off x="457200" y="205200"/>
            <a:ext cx="8229375" cy="398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and Content" type="twoObjAndObj">
  <p:cSld name="TWO_OBJECTS_AND_OBJECT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20"/>
          <p:cNvSpPr txBox="1"/>
          <p:nvPr>
            <p:ph type="title"/>
          </p:nvPr>
        </p:nvSpPr>
        <p:spPr>
          <a:xfrm>
            <a:off x="457200" y="205200"/>
            <a:ext cx="8229375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73" name="Google Shape;73;p20"/>
          <p:cNvSpPr txBox="1"/>
          <p:nvPr>
            <p:ph idx="1" type="body"/>
          </p:nvPr>
        </p:nvSpPr>
        <p:spPr>
          <a:xfrm>
            <a:off x="457200" y="1203525"/>
            <a:ext cx="4015800" cy="1422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74" name="Google Shape;74;p20"/>
          <p:cNvSpPr txBox="1"/>
          <p:nvPr>
            <p:ph idx="2" type="body"/>
          </p:nvPr>
        </p:nvSpPr>
        <p:spPr>
          <a:xfrm>
            <a:off x="4673925" y="1203525"/>
            <a:ext cx="4015800" cy="2982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75" name="Google Shape;75;p20"/>
          <p:cNvSpPr txBox="1"/>
          <p:nvPr>
            <p:ph idx="3" type="body"/>
          </p:nvPr>
        </p:nvSpPr>
        <p:spPr>
          <a:xfrm>
            <a:off x="457200" y="2761650"/>
            <a:ext cx="4015800" cy="1422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Content and 2 Content" type="objAndTwoObj">
  <p:cSld name="OBJECT_AND_TWO_OBJECTS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21"/>
          <p:cNvSpPr txBox="1"/>
          <p:nvPr>
            <p:ph type="title"/>
          </p:nvPr>
        </p:nvSpPr>
        <p:spPr>
          <a:xfrm>
            <a:off x="457200" y="205200"/>
            <a:ext cx="8229375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78" name="Google Shape;78;p21"/>
          <p:cNvSpPr txBox="1"/>
          <p:nvPr>
            <p:ph idx="1" type="body"/>
          </p:nvPr>
        </p:nvSpPr>
        <p:spPr>
          <a:xfrm>
            <a:off x="457200" y="1203525"/>
            <a:ext cx="4015800" cy="2982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79" name="Google Shape;79;p21"/>
          <p:cNvSpPr txBox="1"/>
          <p:nvPr>
            <p:ph idx="2" type="body"/>
          </p:nvPr>
        </p:nvSpPr>
        <p:spPr>
          <a:xfrm>
            <a:off x="4673925" y="1203525"/>
            <a:ext cx="4015800" cy="1422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80" name="Google Shape;80;p21"/>
          <p:cNvSpPr txBox="1"/>
          <p:nvPr>
            <p:ph idx="3" type="body"/>
          </p:nvPr>
        </p:nvSpPr>
        <p:spPr>
          <a:xfrm>
            <a:off x="4673925" y="2761650"/>
            <a:ext cx="4015800" cy="1422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over Content" type="twoObjOverTx">
  <p:cSld name="TWO_OBJECTS_OVER_TEXT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2"/>
          <p:cNvSpPr txBox="1"/>
          <p:nvPr>
            <p:ph type="title"/>
          </p:nvPr>
        </p:nvSpPr>
        <p:spPr>
          <a:xfrm>
            <a:off x="457200" y="205200"/>
            <a:ext cx="8229375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83" name="Google Shape;83;p22"/>
          <p:cNvSpPr txBox="1"/>
          <p:nvPr>
            <p:ph idx="1" type="body"/>
          </p:nvPr>
        </p:nvSpPr>
        <p:spPr>
          <a:xfrm>
            <a:off x="457200" y="1203525"/>
            <a:ext cx="4015800" cy="1422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84" name="Google Shape;84;p22"/>
          <p:cNvSpPr txBox="1"/>
          <p:nvPr>
            <p:ph idx="2" type="body"/>
          </p:nvPr>
        </p:nvSpPr>
        <p:spPr>
          <a:xfrm>
            <a:off x="4673925" y="1203525"/>
            <a:ext cx="4015800" cy="1422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85" name="Google Shape;85;p22"/>
          <p:cNvSpPr txBox="1"/>
          <p:nvPr>
            <p:ph idx="3" type="body"/>
          </p:nvPr>
        </p:nvSpPr>
        <p:spPr>
          <a:xfrm>
            <a:off x="457200" y="2761650"/>
            <a:ext cx="8229375" cy="1422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 over Content" type="objOverTx">
  <p:cSld name="OBJECT_OVER_TEXT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3"/>
          <p:cNvSpPr txBox="1"/>
          <p:nvPr>
            <p:ph type="title"/>
          </p:nvPr>
        </p:nvSpPr>
        <p:spPr>
          <a:xfrm>
            <a:off x="457200" y="205200"/>
            <a:ext cx="8229375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88" name="Google Shape;88;p23"/>
          <p:cNvSpPr txBox="1"/>
          <p:nvPr>
            <p:ph idx="1" type="body"/>
          </p:nvPr>
        </p:nvSpPr>
        <p:spPr>
          <a:xfrm>
            <a:off x="457200" y="1203525"/>
            <a:ext cx="8229375" cy="1422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89" name="Google Shape;89;p23"/>
          <p:cNvSpPr txBox="1"/>
          <p:nvPr>
            <p:ph idx="2" type="body"/>
          </p:nvPr>
        </p:nvSpPr>
        <p:spPr>
          <a:xfrm>
            <a:off x="457200" y="2761650"/>
            <a:ext cx="8229375" cy="1422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4 Content" type="fourObj">
  <p:cSld name="FOUR_OBJECTS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4"/>
          <p:cNvSpPr txBox="1"/>
          <p:nvPr>
            <p:ph type="title"/>
          </p:nvPr>
        </p:nvSpPr>
        <p:spPr>
          <a:xfrm>
            <a:off x="457200" y="205200"/>
            <a:ext cx="8229375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92" name="Google Shape;92;p24"/>
          <p:cNvSpPr txBox="1"/>
          <p:nvPr>
            <p:ph idx="1" type="body"/>
          </p:nvPr>
        </p:nvSpPr>
        <p:spPr>
          <a:xfrm>
            <a:off x="457200" y="1203525"/>
            <a:ext cx="4015800" cy="1422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93" name="Google Shape;93;p24"/>
          <p:cNvSpPr txBox="1"/>
          <p:nvPr>
            <p:ph idx="2" type="body"/>
          </p:nvPr>
        </p:nvSpPr>
        <p:spPr>
          <a:xfrm>
            <a:off x="4673925" y="1203525"/>
            <a:ext cx="4015800" cy="1422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94" name="Google Shape;94;p24"/>
          <p:cNvSpPr txBox="1"/>
          <p:nvPr>
            <p:ph idx="3" type="body"/>
          </p:nvPr>
        </p:nvSpPr>
        <p:spPr>
          <a:xfrm>
            <a:off x="457200" y="2761650"/>
            <a:ext cx="4015800" cy="1422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95" name="Google Shape;95;p24"/>
          <p:cNvSpPr txBox="1"/>
          <p:nvPr>
            <p:ph idx="4" type="body"/>
          </p:nvPr>
        </p:nvSpPr>
        <p:spPr>
          <a:xfrm>
            <a:off x="4673925" y="2761650"/>
            <a:ext cx="4015800" cy="1422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6 Content">
  <p:cSld name="Title, 6 Content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5"/>
          <p:cNvSpPr txBox="1"/>
          <p:nvPr>
            <p:ph type="title"/>
          </p:nvPr>
        </p:nvSpPr>
        <p:spPr>
          <a:xfrm>
            <a:off x="457200" y="205200"/>
            <a:ext cx="8229375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98" name="Google Shape;98;p25"/>
          <p:cNvSpPr txBox="1"/>
          <p:nvPr>
            <p:ph idx="1" type="body"/>
          </p:nvPr>
        </p:nvSpPr>
        <p:spPr>
          <a:xfrm>
            <a:off x="457200" y="1203525"/>
            <a:ext cx="2649600" cy="1422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99" name="Google Shape;99;p25"/>
          <p:cNvSpPr txBox="1"/>
          <p:nvPr>
            <p:ph idx="2" type="body"/>
          </p:nvPr>
        </p:nvSpPr>
        <p:spPr>
          <a:xfrm>
            <a:off x="3239550" y="1203525"/>
            <a:ext cx="2649600" cy="1422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00" name="Google Shape;100;p25"/>
          <p:cNvSpPr txBox="1"/>
          <p:nvPr>
            <p:ph idx="3" type="body"/>
          </p:nvPr>
        </p:nvSpPr>
        <p:spPr>
          <a:xfrm>
            <a:off x="6021900" y="1203525"/>
            <a:ext cx="2649600" cy="1422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01" name="Google Shape;101;p25"/>
          <p:cNvSpPr txBox="1"/>
          <p:nvPr>
            <p:ph idx="4" type="body"/>
          </p:nvPr>
        </p:nvSpPr>
        <p:spPr>
          <a:xfrm>
            <a:off x="457200" y="2761650"/>
            <a:ext cx="2649600" cy="1422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02" name="Google Shape;102;p25"/>
          <p:cNvSpPr txBox="1"/>
          <p:nvPr>
            <p:ph idx="5" type="body"/>
          </p:nvPr>
        </p:nvSpPr>
        <p:spPr>
          <a:xfrm>
            <a:off x="3239550" y="2761650"/>
            <a:ext cx="2649600" cy="1422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03" name="Google Shape;103;p25"/>
          <p:cNvSpPr txBox="1"/>
          <p:nvPr>
            <p:ph idx="6" type="body"/>
          </p:nvPr>
        </p:nvSpPr>
        <p:spPr>
          <a:xfrm>
            <a:off x="6021900" y="2761650"/>
            <a:ext cx="2649600" cy="1422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x">
  <p:cSld name="TITLE_AND_BODY"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8"/>
          <p:cNvSpPr txBox="1"/>
          <p:nvPr>
            <p:ph type="title"/>
          </p:nvPr>
        </p:nvSpPr>
        <p:spPr>
          <a:xfrm>
            <a:off x="457200" y="205200"/>
            <a:ext cx="8229375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13" name="Google Shape;113;p28"/>
          <p:cNvSpPr txBox="1"/>
          <p:nvPr>
            <p:ph idx="1" type="subTitle"/>
          </p:nvPr>
        </p:nvSpPr>
        <p:spPr>
          <a:xfrm>
            <a:off x="457200" y="1203525"/>
            <a:ext cx="8229375" cy="2982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" type="obj">
  <p:cSld name="OBJECT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9"/>
          <p:cNvSpPr txBox="1"/>
          <p:nvPr>
            <p:ph type="title"/>
          </p:nvPr>
        </p:nvSpPr>
        <p:spPr>
          <a:xfrm>
            <a:off x="457200" y="205200"/>
            <a:ext cx="8229375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16" name="Google Shape;116;p29"/>
          <p:cNvSpPr txBox="1"/>
          <p:nvPr>
            <p:ph idx="1" type="body"/>
          </p:nvPr>
        </p:nvSpPr>
        <p:spPr>
          <a:xfrm>
            <a:off x="457200" y="1203525"/>
            <a:ext cx="8229375" cy="2982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" type="twoObj">
  <p:cSld name="TWO_OBJECTS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30"/>
          <p:cNvSpPr txBox="1"/>
          <p:nvPr>
            <p:ph type="title"/>
          </p:nvPr>
        </p:nvSpPr>
        <p:spPr>
          <a:xfrm>
            <a:off x="457200" y="205200"/>
            <a:ext cx="8229375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19" name="Google Shape;119;p30"/>
          <p:cNvSpPr txBox="1"/>
          <p:nvPr>
            <p:ph idx="1" type="body"/>
          </p:nvPr>
        </p:nvSpPr>
        <p:spPr>
          <a:xfrm>
            <a:off x="457200" y="1203525"/>
            <a:ext cx="4015800" cy="2982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20" name="Google Shape;120;p30"/>
          <p:cNvSpPr txBox="1"/>
          <p:nvPr>
            <p:ph idx="2" type="body"/>
          </p:nvPr>
        </p:nvSpPr>
        <p:spPr>
          <a:xfrm>
            <a:off x="4673925" y="1203525"/>
            <a:ext cx="4015800" cy="2982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31"/>
          <p:cNvSpPr txBox="1"/>
          <p:nvPr>
            <p:ph type="title"/>
          </p:nvPr>
        </p:nvSpPr>
        <p:spPr>
          <a:xfrm>
            <a:off x="457200" y="205200"/>
            <a:ext cx="8229375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entered Text" type="objOnly">
  <p:cSld name="OBJECT_ONLY"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32"/>
          <p:cNvSpPr txBox="1"/>
          <p:nvPr>
            <p:ph idx="1" type="subTitle"/>
          </p:nvPr>
        </p:nvSpPr>
        <p:spPr>
          <a:xfrm>
            <a:off x="457200" y="205200"/>
            <a:ext cx="8229375" cy="398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and Content" type="twoObjAndObj">
  <p:cSld name="TWO_OBJECTS_AND_OBJECT"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33"/>
          <p:cNvSpPr txBox="1"/>
          <p:nvPr>
            <p:ph type="title"/>
          </p:nvPr>
        </p:nvSpPr>
        <p:spPr>
          <a:xfrm>
            <a:off x="457200" y="205200"/>
            <a:ext cx="8229375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27" name="Google Shape;127;p33"/>
          <p:cNvSpPr txBox="1"/>
          <p:nvPr>
            <p:ph idx="1" type="body"/>
          </p:nvPr>
        </p:nvSpPr>
        <p:spPr>
          <a:xfrm>
            <a:off x="457200" y="1203525"/>
            <a:ext cx="4015800" cy="1422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28" name="Google Shape;128;p33"/>
          <p:cNvSpPr txBox="1"/>
          <p:nvPr>
            <p:ph idx="2" type="body"/>
          </p:nvPr>
        </p:nvSpPr>
        <p:spPr>
          <a:xfrm>
            <a:off x="4673925" y="1203525"/>
            <a:ext cx="4015800" cy="2982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29" name="Google Shape;129;p33"/>
          <p:cNvSpPr txBox="1"/>
          <p:nvPr>
            <p:ph idx="3" type="body"/>
          </p:nvPr>
        </p:nvSpPr>
        <p:spPr>
          <a:xfrm>
            <a:off x="457200" y="2761650"/>
            <a:ext cx="4015800" cy="1422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Content and 2 Content" type="objAndTwoObj">
  <p:cSld name="OBJECT_AND_TWO_OBJECTS"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34"/>
          <p:cNvSpPr txBox="1"/>
          <p:nvPr>
            <p:ph type="title"/>
          </p:nvPr>
        </p:nvSpPr>
        <p:spPr>
          <a:xfrm>
            <a:off x="457200" y="205200"/>
            <a:ext cx="8229375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32" name="Google Shape;132;p34"/>
          <p:cNvSpPr txBox="1"/>
          <p:nvPr>
            <p:ph idx="1" type="body"/>
          </p:nvPr>
        </p:nvSpPr>
        <p:spPr>
          <a:xfrm>
            <a:off x="457200" y="1203525"/>
            <a:ext cx="4015800" cy="2982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33" name="Google Shape;133;p34"/>
          <p:cNvSpPr txBox="1"/>
          <p:nvPr>
            <p:ph idx="2" type="body"/>
          </p:nvPr>
        </p:nvSpPr>
        <p:spPr>
          <a:xfrm>
            <a:off x="4673925" y="1203525"/>
            <a:ext cx="4015800" cy="1422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34" name="Google Shape;134;p34"/>
          <p:cNvSpPr txBox="1"/>
          <p:nvPr>
            <p:ph idx="3" type="body"/>
          </p:nvPr>
        </p:nvSpPr>
        <p:spPr>
          <a:xfrm>
            <a:off x="4673925" y="2761650"/>
            <a:ext cx="4015800" cy="1422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over Content" type="twoObjOverTx">
  <p:cSld name="TWO_OBJECTS_OVER_TEXT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35"/>
          <p:cNvSpPr txBox="1"/>
          <p:nvPr>
            <p:ph type="title"/>
          </p:nvPr>
        </p:nvSpPr>
        <p:spPr>
          <a:xfrm>
            <a:off x="457200" y="205200"/>
            <a:ext cx="8229375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37" name="Google Shape;137;p35"/>
          <p:cNvSpPr txBox="1"/>
          <p:nvPr>
            <p:ph idx="1" type="body"/>
          </p:nvPr>
        </p:nvSpPr>
        <p:spPr>
          <a:xfrm>
            <a:off x="457200" y="1203525"/>
            <a:ext cx="4015800" cy="1422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38" name="Google Shape;138;p35"/>
          <p:cNvSpPr txBox="1"/>
          <p:nvPr>
            <p:ph idx="2" type="body"/>
          </p:nvPr>
        </p:nvSpPr>
        <p:spPr>
          <a:xfrm>
            <a:off x="4673925" y="1203525"/>
            <a:ext cx="4015800" cy="1422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39" name="Google Shape;139;p35"/>
          <p:cNvSpPr txBox="1"/>
          <p:nvPr>
            <p:ph idx="3" type="body"/>
          </p:nvPr>
        </p:nvSpPr>
        <p:spPr>
          <a:xfrm>
            <a:off x="457200" y="2761650"/>
            <a:ext cx="8229375" cy="1422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 over Content" type="objOverTx">
  <p:cSld name="OBJECT_OVER_TEXT"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36"/>
          <p:cNvSpPr txBox="1"/>
          <p:nvPr>
            <p:ph type="title"/>
          </p:nvPr>
        </p:nvSpPr>
        <p:spPr>
          <a:xfrm>
            <a:off x="457200" y="205200"/>
            <a:ext cx="8229375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42" name="Google Shape;142;p36"/>
          <p:cNvSpPr txBox="1"/>
          <p:nvPr>
            <p:ph idx="1" type="body"/>
          </p:nvPr>
        </p:nvSpPr>
        <p:spPr>
          <a:xfrm>
            <a:off x="457200" y="1203525"/>
            <a:ext cx="8229375" cy="1422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43" name="Google Shape;143;p36"/>
          <p:cNvSpPr txBox="1"/>
          <p:nvPr>
            <p:ph idx="2" type="body"/>
          </p:nvPr>
        </p:nvSpPr>
        <p:spPr>
          <a:xfrm>
            <a:off x="457200" y="2761650"/>
            <a:ext cx="8229375" cy="1422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4 Content" type="fourObj">
  <p:cSld name="FOUR_OBJECTS"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37"/>
          <p:cNvSpPr txBox="1"/>
          <p:nvPr>
            <p:ph type="title"/>
          </p:nvPr>
        </p:nvSpPr>
        <p:spPr>
          <a:xfrm>
            <a:off x="457200" y="205200"/>
            <a:ext cx="8229375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46" name="Google Shape;146;p37"/>
          <p:cNvSpPr txBox="1"/>
          <p:nvPr>
            <p:ph idx="1" type="body"/>
          </p:nvPr>
        </p:nvSpPr>
        <p:spPr>
          <a:xfrm>
            <a:off x="457200" y="1203525"/>
            <a:ext cx="4015800" cy="1422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47" name="Google Shape;147;p37"/>
          <p:cNvSpPr txBox="1"/>
          <p:nvPr>
            <p:ph idx="2" type="body"/>
          </p:nvPr>
        </p:nvSpPr>
        <p:spPr>
          <a:xfrm>
            <a:off x="4673925" y="1203525"/>
            <a:ext cx="4015800" cy="1422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48" name="Google Shape;148;p37"/>
          <p:cNvSpPr txBox="1"/>
          <p:nvPr>
            <p:ph idx="3" type="body"/>
          </p:nvPr>
        </p:nvSpPr>
        <p:spPr>
          <a:xfrm>
            <a:off x="457200" y="2761650"/>
            <a:ext cx="4015800" cy="1422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49" name="Google Shape;149;p37"/>
          <p:cNvSpPr txBox="1"/>
          <p:nvPr>
            <p:ph idx="4" type="body"/>
          </p:nvPr>
        </p:nvSpPr>
        <p:spPr>
          <a:xfrm>
            <a:off x="4673925" y="2761650"/>
            <a:ext cx="4015800" cy="1422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6 Content">
  <p:cSld name="Title, 6 Content"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38"/>
          <p:cNvSpPr txBox="1"/>
          <p:nvPr>
            <p:ph type="title"/>
          </p:nvPr>
        </p:nvSpPr>
        <p:spPr>
          <a:xfrm>
            <a:off x="457200" y="205200"/>
            <a:ext cx="8229375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52" name="Google Shape;152;p38"/>
          <p:cNvSpPr txBox="1"/>
          <p:nvPr>
            <p:ph idx="1" type="body"/>
          </p:nvPr>
        </p:nvSpPr>
        <p:spPr>
          <a:xfrm>
            <a:off x="457200" y="1203525"/>
            <a:ext cx="2649600" cy="1422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53" name="Google Shape;153;p38"/>
          <p:cNvSpPr txBox="1"/>
          <p:nvPr>
            <p:ph idx="2" type="body"/>
          </p:nvPr>
        </p:nvSpPr>
        <p:spPr>
          <a:xfrm>
            <a:off x="3239550" y="1203525"/>
            <a:ext cx="2649600" cy="1422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54" name="Google Shape;154;p38"/>
          <p:cNvSpPr txBox="1"/>
          <p:nvPr>
            <p:ph idx="3" type="body"/>
          </p:nvPr>
        </p:nvSpPr>
        <p:spPr>
          <a:xfrm>
            <a:off x="6021900" y="1203525"/>
            <a:ext cx="2649600" cy="1422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55" name="Google Shape;155;p38"/>
          <p:cNvSpPr txBox="1"/>
          <p:nvPr>
            <p:ph idx="4" type="body"/>
          </p:nvPr>
        </p:nvSpPr>
        <p:spPr>
          <a:xfrm>
            <a:off x="457200" y="2761650"/>
            <a:ext cx="2649600" cy="1422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56" name="Google Shape;156;p38"/>
          <p:cNvSpPr txBox="1"/>
          <p:nvPr>
            <p:ph idx="5" type="body"/>
          </p:nvPr>
        </p:nvSpPr>
        <p:spPr>
          <a:xfrm>
            <a:off x="3239550" y="2761650"/>
            <a:ext cx="2649600" cy="1422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57" name="Google Shape;157;p38"/>
          <p:cNvSpPr txBox="1"/>
          <p:nvPr>
            <p:ph idx="6" type="body"/>
          </p:nvPr>
        </p:nvSpPr>
        <p:spPr>
          <a:xfrm>
            <a:off x="6021900" y="2761650"/>
            <a:ext cx="2649600" cy="1422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1.xml"/><Relationship Id="rId1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2.xml"/><Relationship Id="rId4" Type="http://schemas.openxmlformats.org/officeDocument/2006/relationships/slideLayout" Target="../slideLayouts/slideLayout13.xml"/><Relationship Id="rId9" Type="http://schemas.openxmlformats.org/officeDocument/2006/relationships/slideLayout" Target="../slideLayouts/slideLayout18.xml"/><Relationship Id="rId15" Type="http://schemas.openxmlformats.org/officeDocument/2006/relationships/theme" Target="../theme/theme3.xml"/><Relationship Id="rId14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6.xml"/><Relationship Id="rId8" Type="http://schemas.openxmlformats.org/officeDocument/2006/relationships/slideLayout" Target="../slideLayouts/slideLayout17.xml"/></Relationships>
</file>

<file path=ppt/slideMasters/_rels/slideMaster3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31.xml"/><Relationship Id="rId13" Type="http://schemas.openxmlformats.org/officeDocument/2006/relationships/slideLayout" Target="../slideLayouts/slideLayout34.xml"/><Relationship Id="rId12" Type="http://schemas.openxmlformats.org/officeDocument/2006/relationships/slideLayout" Target="../slideLayouts/slideLayout33.xml"/><Relationship Id="rId1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24.xml"/><Relationship Id="rId4" Type="http://schemas.openxmlformats.org/officeDocument/2006/relationships/slideLayout" Target="../slideLayouts/slideLayout25.xml"/><Relationship Id="rId9" Type="http://schemas.openxmlformats.org/officeDocument/2006/relationships/slideLayout" Target="../slideLayouts/slideLayout30.xml"/><Relationship Id="rId15" Type="http://schemas.openxmlformats.org/officeDocument/2006/relationships/theme" Target="../theme/theme4.xml"/><Relationship Id="rId14" Type="http://schemas.openxmlformats.org/officeDocument/2006/relationships/slideLayout" Target="../slideLayouts/slideLayout35.xml"/><Relationship Id="rId5" Type="http://schemas.openxmlformats.org/officeDocument/2006/relationships/slideLayout" Target="../slideLayouts/slideLayout26.xml"/><Relationship Id="rId6" Type="http://schemas.openxmlformats.org/officeDocument/2006/relationships/slideLayout" Target="../slideLayouts/slideLayout27.xml"/><Relationship Id="rId7" Type="http://schemas.openxmlformats.org/officeDocument/2006/relationships/slideLayout" Target="../slideLayouts/slideLayout28.xml"/><Relationship Id="rId8" Type="http://schemas.openxmlformats.org/officeDocument/2006/relationships/slideLayout" Target="../slideLayouts/slideLayout2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/>
          <p:nvPr/>
        </p:nvSpPr>
        <p:spPr>
          <a:xfrm>
            <a:off x="0" y="0"/>
            <a:ext cx="9143550" cy="5143050"/>
          </a:xfrm>
          <a:prstGeom prst="rect">
            <a:avLst/>
          </a:prstGeom>
          <a:solidFill>
            <a:srgbClr val="D6F5EE"/>
          </a:solidFill>
          <a:ln>
            <a:noFill/>
          </a:ln>
        </p:spPr>
        <p:txBody>
          <a:bodyPr anchorCtr="0" anchor="ctr" bIns="57150" lIns="56250" spcFirstLastPara="1" rIns="56250" wrap="square" tIns="57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52;p13"/>
          <p:cNvSpPr/>
          <p:nvPr/>
        </p:nvSpPr>
        <p:spPr>
          <a:xfrm>
            <a:off x="0" y="0"/>
            <a:ext cx="9143550" cy="5143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57150" lIns="56250" spcFirstLastPara="1" rIns="56250" wrap="square" tIns="57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53" name="Google Shape;53;p13">
            <a:hlinkClick r:id="rId1"/>
          </p:cNvPr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024400" y="4843575"/>
            <a:ext cx="1076175" cy="256725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13"/>
          <p:cNvSpPr txBox="1"/>
          <p:nvPr>
            <p:ph type="title"/>
          </p:nvPr>
        </p:nvSpPr>
        <p:spPr>
          <a:xfrm>
            <a:off x="457200" y="205200"/>
            <a:ext cx="8229375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11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11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11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11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11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11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11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11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1100" u="none" cap="none" strike="noStrike"/>
            </a:lvl9pPr>
          </a:lstStyle>
          <a:p/>
        </p:txBody>
      </p:sp>
      <p:sp>
        <p:nvSpPr>
          <p:cNvPr id="55" name="Google Shape;55;p13"/>
          <p:cNvSpPr txBox="1"/>
          <p:nvPr>
            <p:ph idx="1" type="body"/>
          </p:nvPr>
        </p:nvSpPr>
        <p:spPr>
          <a:xfrm>
            <a:off x="457200" y="1203525"/>
            <a:ext cx="8229375" cy="2982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11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11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11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11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11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11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11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11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1100" u="none" cap="none" strike="noStrike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3"/>
    <p:sldLayoutId id="2147483660" r:id="rId4"/>
    <p:sldLayoutId id="2147483661" r:id="rId5"/>
    <p:sldLayoutId id="2147483662" r:id="rId6"/>
    <p:sldLayoutId id="2147483663" r:id="rId7"/>
    <p:sldLayoutId id="2147483664" r:id="rId8"/>
    <p:sldLayoutId id="2147483665" r:id="rId9"/>
    <p:sldLayoutId id="2147483666" r:id="rId10"/>
    <p:sldLayoutId id="2147483667" r:id="rId11"/>
    <p:sldLayoutId id="2147483668" r:id="rId12"/>
    <p:sldLayoutId id="2147483669" r:id="rId13"/>
    <p:sldLayoutId id="2147483670" r:id="rId1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6"/>
          <p:cNvSpPr/>
          <p:nvPr/>
        </p:nvSpPr>
        <p:spPr>
          <a:xfrm>
            <a:off x="0" y="0"/>
            <a:ext cx="9143550" cy="5143050"/>
          </a:xfrm>
          <a:prstGeom prst="rect">
            <a:avLst/>
          </a:prstGeom>
          <a:solidFill>
            <a:srgbClr val="D6F5EE"/>
          </a:solidFill>
          <a:ln>
            <a:noFill/>
          </a:ln>
        </p:spPr>
        <p:txBody>
          <a:bodyPr anchorCtr="0" anchor="ctr" bIns="57150" lIns="56250" spcFirstLastPara="1" rIns="56250" wrap="square" tIns="57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9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6"/>
          <p:cNvSpPr/>
          <p:nvPr/>
        </p:nvSpPr>
        <p:spPr>
          <a:xfrm>
            <a:off x="0" y="0"/>
            <a:ext cx="9143550" cy="5143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57150" lIns="56250" spcFirstLastPara="1" rIns="56250" wrap="square" tIns="57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9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07" name="Google Shape;107;p26">
            <a:hlinkClick r:id="rId1"/>
          </p:cNvPr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024400" y="4843575"/>
            <a:ext cx="1076175" cy="256725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26"/>
          <p:cNvSpPr txBox="1"/>
          <p:nvPr>
            <p:ph type="title"/>
          </p:nvPr>
        </p:nvSpPr>
        <p:spPr>
          <a:xfrm>
            <a:off x="457200" y="205200"/>
            <a:ext cx="8229375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11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11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11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11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11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11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11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11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1100" u="none" cap="none" strike="noStrike"/>
            </a:lvl9pPr>
          </a:lstStyle>
          <a:p/>
        </p:txBody>
      </p:sp>
      <p:sp>
        <p:nvSpPr>
          <p:cNvPr id="109" name="Google Shape;109;p26"/>
          <p:cNvSpPr txBox="1"/>
          <p:nvPr>
            <p:ph idx="1" type="body"/>
          </p:nvPr>
        </p:nvSpPr>
        <p:spPr>
          <a:xfrm>
            <a:off x="457200" y="1203525"/>
            <a:ext cx="8229375" cy="2982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11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11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11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11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11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11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11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11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1100" u="none" cap="none" strike="noStrike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1" r:id="rId3"/>
    <p:sldLayoutId id="2147483672" r:id="rId4"/>
    <p:sldLayoutId id="2147483673" r:id="rId5"/>
    <p:sldLayoutId id="2147483674" r:id="rId6"/>
    <p:sldLayoutId id="2147483675" r:id="rId7"/>
    <p:sldLayoutId id="2147483676" r:id="rId8"/>
    <p:sldLayoutId id="2147483677" r:id="rId9"/>
    <p:sldLayoutId id="2147483678" r:id="rId10"/>
    <p:sldLayoutId id="2147483679" r:id="rId11"/>
    <p:sldLayoutId id="2147483680" r:id="rId12"/>
    <p:sldLayoutId id="2147483681" r:id="rId13"/>
    <p:sldLayoutId id="2147483682" r:id="rId1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39"/>
          <p:cNvSpPr/>
          <p:nvPr/>
        </p:nvSpPr>
        <p:spPr>
          <a:xfrm>
            <a:off x="496125" y="822825"/>
            <a:ext cx="3902625" cy="2657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800" u="none" cap="none" strike="noStrike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Artificial Intelligence (Machine Learning &amp; Deep Learning)</a:t>
            </a:r>
            <a:endParaRPr b="0" i="0" sz="2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39"/>
          <p:cNvSpPr/>
          <p:nvPr/>
        </p:nvSpPr>
        <p:spPr>
          <a:xfrm>
            <a:off x="496125" y="3828150"/>
            <a:ext cx="8151300" cy="226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NAVT</a:t>
            </a:r>
            <a:r>
              <a:rPr lang="en" sz="1100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T</a:t>
            </a:r>
            <a:r>
              <a:rPr b="0" i="0" lang="en" sz="110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C &amp; Strings Technologies</a:t>
            </a:r>
            <a:endParaRPr b="0" i="0" sz="11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39"/>
          <p:cNvSpPr/>
          <p:nvPr/>
        </p:nvSpPr>
        <p:spPr>
          <a:xfrm>
            <a:off x="496125" y="4224825"/>
            <a:ext cx="226350" cy="226350"/>
          </a:xfrm>
          <a:prstGeom prst="roundRect">
            <a:avLst>
              <a:gd fmla="val 25194296" name="adj"/>
            </a:avLst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7150" lIns="56250" spcFirstLastPara="1" rIns="56250" wrap="square" tIns="57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9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66" name="Google Shape;166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0850" y="4229775"/>
            <a:ext cx="216900" cy="216900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39"/>
          <p:cNvSpPr/>
          <p:nvPr/>
        </p:nvSpPr>
        <p:spPr>
          <a:xfrm>
            <a:off x="793800" y="4214475"/>
            <a:ext cx="2173500" cy="24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by Salman Ahmad</a:t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8" name="Google Shape;168;p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710363" y="0"/>
            <a:ext cx="24288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40"/>
          <p:cNvSpPr/>
          <p:nvPr/>
        </p:nvSpPr>
        <p:spPr>
          <a:xfrm>
            <a:off x="229375" y="1158950"/>
            <a:ext cx="8685900" cy="340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457200" rtl="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MS Azure AI Service</a:t>
            </a:r>
            <a:endParaRPr b="1"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0" lvl="0" marL="0" rtl="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</p:txBody>
      </p:sp>
      <p:sp>
        <p:nvSpPr>
          <p:cNvPr id="175" name="Google Shape;175;p40"/>
          <p:cNvSpPr/>
          <p:nvPr/>
        </p:nvSpPr>
        <p:spPr>
          <a:xfrm>
            <a:off x="229375" y="218250"/>
            <a:ext cx="8847900" cy="44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800" u="none" cap="none" strike="noStrike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Outline Week </a:t>
            </a:r>
            <a:r>
              <a:rPr b="1" lang="en" sz="2800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11</a:t>
            </a:r>
            <a:r>
              <a:rPr b="1" i="0" lang="en" sz="2800" u="none" cap="none" strike="noStrike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 Day </a:t>
            </a:r>
            <a:r>
              <a:rPr b="1" lang="en" sz="2800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2</a:t>
            </a:r>
            <a:endParaRPr b="0" i="0" sz="2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41"/>
          <p:cNvSpPr/>
          <p:nvPr/>
        </p:nvSpPr>
        <p:spPr>
          <a:xfrm>
            <a:off x="1544100" y="218250"/>
            <a:ext cx="6004500" cy="44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Cognitive Services for a Speech solution</a:t>
            </a:r>
            <a:endParaRPr b="0" i="0" sz="15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41"/>
          <p:cNvSpPr/>
          <p:nvPr/>
        </p:nvSpPr>
        <p:spPr>
          <a:xfrm>
            <a:off x="199625" y="736950"/>
            <a:ext cx="8643000" cy="21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400"/>
              <a:buFont typeface="Unbounded"/>
              <a:buChar char="●"/>
            </a:pPr>
            <a:r>
              <a:rPr lang="en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Typical speech scenarios:</a:t>
            </a:r>
            <a:endParaRPr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-317500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400"/>
              <a:buFont typeface="Unbounded"/>
              <a:buChar char="○"/>
            </a:pPr>
            <a:r>
              <a:rPr lang="en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Speech-to-text (transcription)</a:t>
            </a:r>
            <a:endParaRPr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-317500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400"/>
              <a:buFont typeface="Unbounded"/>
              <a:buChar char="○"/>
            </a:pPr>
            <a:r>
              <a:rPr lang="en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Text-to-speech (synthesized speech)</a:t>
            </a:r>
            <a:endParaRPr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-317500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400"/>
              <a:buFont typeface="Unbounded"/>
              <a:buChar char="○"/>
            </a:pPr>
            <a:r>
              <a:rPr lang="en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Speaker recognition (verify who is speaking)</a:t>
            </a:r>
            <a:endParaRPr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-317500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400"/>
              <a:buFont typeface="Unbounded"/>
              <a:buChar char="○"/>
            </a:pPr>
            <a:r>
              <a:rPr lang="en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Real-time speech translation</a:t>
            </a:r>
            <a:endParaRPr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</p:txBody>
      </p:sp>
      <p:graphicFrame>
        <p:nvGraphicFramePr>
          <p:cNvPr id="183" name="Google Shape;183;p41"/>
          <p:cNvGraphicFramePr/>
          <p:nvPr/>
        </p:nvGraphicFramePr>
        <p:xfrm>
          <a:off x="434225" y="29817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{DB82E459-A1B3-489D-AFB6-673335426935}</a:tableStyleId>
              </a:tblPr>
              <a:tblGrid>
                <a:gridCol w="2880675"/>
                <a:gridCol w="5417425"/>
              </a:tblGrid>
              <a:tr h="2381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2"/>
                          </a:solidFill>
                          <a:latin typeface="Unbounded"/>
                          <a:ea typeface="Unbounded"/>
                          <a:cs typeface="Unbounded"/>
                          <a:sym typeface="Unbounded"/>
                        </a:rPr>
                        <a:t>Service</a:t>
                      </a:r>
                      <a:endParaRPr b="1" sz="1200">
                        <a:solidFill>
                          <a:schemeClr val="dk2"/>
                        </a:solidFill>
                        <a:latin typeface="Unbounded"/>
                        <a:ea typeface="Unbounded"/>
                        <a:cs typeface="Unbounded"/>
                        <a:sym typeface="Unbounde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2"/>
                          </a:solidFill>
                          <a:latin typeface="Unbounded"/>
                          <a:ea typeface="Unbounded"/>
                          <a:cs typeface="Unbounded"/>
                          <a:sym typeface="Unbounded"/>
                        </a:rPr>
                        <a:t>Use Case</a:t>
                      </a:r>
                      <a:endParaRPr b="1" sz="1200">
                        <a:solidFill>
                          <a:schemeClr val="dk2"/>
                        </a:solidFill>
                        <a:latin typeface="Unbounded"/>
                        <a:ea typeface="Unbounded"/>
                        <a:cs typeface="Unbounded"/>
                        <a:sym typeface="Unbounded"/>
                      </a:endParaRPr>
                    </a:p>
                  </a:txBody>
                  <a:tcPr marT="91425" marB="91425" marR="91425" marL="91425"/>
                </a:tc>
              </a:tr>
              <a:tr h="238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2"/>
                          </a:solidFill>
                          <a:latin typeface="Unbounded"/>
                          <a:ea typeface="Unbounded"/>
                          <a:cs typeface="Unbounded"/>
                          <a:sym typeface="Unbounded"/>
                        </a:rPr>
                        <a:t>Speech-to-text API</a:t>
                      </a:r>
                      <a:endParaRPr b="1" sz="1200">
                        <a:solidFill>
                          <a:schemeClr val="dk2"/>
                        </a:solidFill>
                        <a:latin typeface="Unbounded"/>
                        <a:ea typeface="Unbounded"/>
                        <a:cs typeface="Unbounded"/>
                        <a:sym typeface="Unbounde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2"/>
                          </a:solidFill>
                          <a:latin typeface="Unbounded"/>
                          <a:ea typeface="Unbounded"/>
                          <a:cs typeface="Unbounded"/>
                          <a:sym typeface="Unbounded"/>
                        </a:rPr>
                        <a:t>Convert audio → text (meeting notes, captions)</a:t>
                      </a:r>
                      <a:endParaRPr sz="1200">
                        <a:solidFill>
                          <a:schemeClr val="dk2"/>
                        </a:solidFill>
                        <a:latin typeface="Unbounded"/>
                        <a:ea typeface="Unbounded"/>
                        <a:cs typeface="Unbounded"/>
                        <a:sym typeface="Unbounded"/>
                      </a:endParaRPr>
                    </a:p>
                  </a:txBody>
                  <a:tcPr marT="91425" marB="91425" marR="91425" marL="91425"/>
                </a:tc>
              </a:tr>
              <a:tr h="238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2"/>
                          </a:solidFill>
                          <a:latin typeface="Unbounded"/>
                          <a:ea typeface="Unbounded"/>
                          <a:cs typeface="Unbounded"/>
                          <a:sym typeface="Unbounded"/>
                        </a:rPr>
                        <a:t>Text-to-speech API</a:t>
                      </a:r>
                      <a:endParaRPr b="1" sz="1200">
                        <a:solidFill>
                          <a:schemeClr val="dk2"/>
                        </a:solidFill>
                        <a:latin typeface="Unbounded"/>
                        <a:ea typeface="Unbounded"/>
                        <a:cs typeface="Unbounded"/>
                        <a:sym typeface="Unbounde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2"/>
                          </a:solidFill>
                          <a:latin typeface="Unbounded"/>
                          <a:ea typeface="Unbounded"/>
                          <a:cs typeface="Unbounded"/>
                          <a:sym typeface="Unbounded"/>
                        </a:rPr>
                        <a:t>Convert text → audio (chatbot voice, accessibility)</a:t>
                      </a:r>
                      <a:endParaRPr sz="1200">
                        <a:solidFill>
                          <a:schemeClr val="dk2"/>
                        </a:solidFill>
                        <a:latin typeface="Unbounded"/>
                        <a:ea typeface="Unbounded"/>
                        <a:cs typeface="Unbounded"/>
                        <a:sym typeface="Unbounded"/>
                      </a:endParaRPr>
                    </a:p>
                  </a:txBody>
                  <a:tcPr marT="91425" marB="91425" marR="91425" marL="91425"/>
                </a:tc>
              </a:tr>
              <a:tr h="238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2"/>
                          </a:solidFill>
                          <a:latin typeface="Unbounded"/>
                          <a:ea typeface="Unbounded"/>
                          <a:cs typeface="Unbounded"/>
                          <a:sym typeface="Unbounded"/>
                        </a:rPr>
                        <a:t>Speaker Recognition API</a:t>
                      </a:r>
                      <a:endParaRPr b="1" sz="1200">
                        <a:solidFill>
                          <a:schemeClr val="dk2"/>
                        </a:solidFill>
                        <a:latin typeface="Unbounded"/>
                        <a:ea typeface="Unbounded"/>
                        <a:cs typeface="Unbounded"/>
                        <a:sym typeface="Unbounde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2"/>
                          </a:solidFill>
                          <a:latin typeface="Unbounded"/>
                          <a:ea typeface="Unbounded"/>
                          <a:cs typeface="Unbounded"/>
                          <a:sym typeface="Unbounded"/>
                        </a:rPr>
                        <a:t>Identify or verify speakers</a:t>
                      </a:r>
                      <a:endParaRPr sz="1200">
                        <a:solidFill>
                          <a:schemeClr val="dk2"/>
                        </a:solidFill>
                        <a:latin typeface="Unbounded"/>
                        <a:ea typeface="Unbounded"/>
                        <a:cs typeface="Unbounded"/>
                        <a:sym typeface="Unbounded"/>
                      </a:endParaRPr>
                    </a:p>
                  </a:txBody>
                  <a:tcPr marT="91425" marB="91425" marR="91425" marL="91425"/>
                </a:tc>
              </a:tr>
              <a:tr h="238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2"/>
                          </a:solidFill>
                          <a:latin typeface="Unbounded"/>
                          <a:ea typeface="Unbounded"/>
                          <a:cs typeface="Unbounded"/>
                          <a:sym typeface="Unbounded"/>
                        </a:rPr>
                        <a:t>Speech Translation</a:t>
                      </a:r>
                      <a:endParaRPr b="1" sz="1200">
                        <a:solidFill>
                          <a:schemeClr val="dk2"/>
                        </a:solidFill>
                        <a:latin typeface="Unbounded"/>
                        <a:ea typeface="Unbounded"/>
                        <a:cs typeface="Unbounded"/>
                        <a:sym typeface="Unbounde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2"/>
                          </a:solidFill>
                          <a:latin typeface="Unbounded"/>
                          <a:ea typeface="Unbounded"/>
                          <a:cs typeface="Unbounded"/>
                          <a:sym typeface="Unbounded"/>
                        </a:rPr>
                        <a:t>Real-time translation while preserving voice</a:t>
                      </a:r>
                      <a:endParaRPr sz="1200">
                        <a:solidFill>
                          <a:schemeClr val="dk2"/>
                        </a:solidFill>
                        <a:latin typeface="Unbounded"/>
                        <a:ea typeface="Unbounded"/>
                        <a:cs typeface="Unbounded"/>
                        <a:sym typeface="Unbounded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42"/>
          <p:cNvSpPr/>
          <p:nvPr/>
        </p:nvSpPr>
        <p:spPr>
          <a:xfrm>
            <a:off x="1544100" y="218250"/>
            <a:ext cx="6004500" cy="44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800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How to choose:</a:t>
            </a:r>
            <a:endParaRPr b="1" sz="1800"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0" lvl="0" marL="0" rtl="0" algn="ctr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800"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0" lvl="0" marL="0" marR="0" rtl="0" algn="ctr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</p:txBody>
      </p:sp>
      <p:sp>
        <p:nvSpPr>
          <p:cNvPr id="190" name="Google Shape;190;p42"/>
          <p:cNvSpPr/>
          <p:nvPr/>
        </p:nvSpPr>
        <p:spPr>
          <a:xfrm>
            <a:off x="562900" y="822025"/>
            <a:ext cx="8071500" cy="412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400"/>
              <a:buFont typeface="Unbounded"/>
              <a:buChar char="●"/>
            </a:pPr>
            <a:r>
              <a:rPr lang="en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Need basic transcription? → Speech-to-text</a:t>
            </a:r>
            <a:endParaRPr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400"/>
              <a:buFont typeface="Unbounded"/>
              <a:buChar char="●"/>
            </a:pPr>
            <a:r>
              <a:rPr lang="en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Need to generate voice? → Text-to-speech</a:t>
            </a:r>
            <a:endParaRPr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400"/>
              <a:buFont typeface="Unbounded"/>
              <a:buChar char="●"/>
            </a:pPr>
            <a:r>
              <a:rPr lang="en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Need speaker profiles? → Speaker Recognition</a:t>
            </a:r>
            <a:endParaRPr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400"/>
              <a:buFont typeface="Unbounded"/>
              <a:buChar char="●"/>
            </a:pPr>
            <a:r>
              <a:rPr lang="en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Need cross-language meeting or app? → Speech Translation</a:t>
            </a:r>
            <a:endParaRPr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3"/>
          <p:cNvSpPr/>
          <p:nvPr/>
        </p:nvSpPr>
        <p:spPr>
          <a:xfrm>
            <a:off x="1544100" y="218250"/>
            <a:ext cx="6004500" cy="44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 sz="1800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Selection of the appropriate Applied AI services</a:t>
            </a:r>
            <a:endParaRPr b="1" sz="1800"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0" lvl="0" marL="0" rtl="0" algn="ctr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1" sz="1800"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0" lvl="0" marL="0" marR="0" rtl="0" algn="ctr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</p:txBody>
      </p:sp>
      <p:sp>
        <p:nvSpPr>
          <p:cNvPr id="197" name="Google Shape;197;p43"/>
          <p:cNvSpPr/>
          <p:nvPr/>
        </p:nvSpPr>
        <p:spPr>
          <a:xfrm>
            <a:off x="562900" y="1045150"/>
            <a:ext cx="8291400" cy="78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400"/>
              <a:buFont typeface="Unbounded"/>
              <a:buChar char="●"/>
            </a:pPr>
            <a:r>
              <a:rPr lang="en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Azure Applied AI services build on Cognitive Services for common business scenarios:</a:t>
            </a:r>
            <a:endParaRPr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</p:txBody>
      </p:sp>
      <p:graphicFrame>
        <p:nvGraphicFramePr>
          <p:cNvPr id="198" name="Google Shape;198;p43"/>
          <p:cNvGraphicFramePr/>
          <p:nvPr/>
        </p:nvGraphicFramePr>
        <p:xfrm>
          <a:off x="533400" y="2057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{DB82E459-A1B3-489D-AFB6-673335426935}</a:tableStyleId>
              </a:tblPr>
              <a:tblGrid>
                <a:gridCol w="3450525"/>
                <a:gridCol w="4840875"/>
              </a:tblGrid>
              <a:tr h="2381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2"/>
                          </a:solidFill>
                          <a:latin typeface="Unbounded"/>
                          <a:ea typeface="Unbounded"/>
                          <a:cs typeface="Unbounded"/>
                          <a:sym typeface="Unbounded"/>
                        </a:rPr>
                        <a:t>Service</a:t>
                      </a:r>
                      <a:endParaRPr b="1" sz="1200">
                        <a:solidFill>
                          <a:schemeClr val="dk2"/>
                        </a:solidFill>
                        <a:latin typeface="Unbounded"/>
                        <a:ea typeface="Unbounded"/>
                        <a:cs typeface="Unbounded"/>
                        <a:sym typeface="Unbounde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2"/>
                          </a:solidFill>
                          <a:latin typeface="Unbounded"/>
                          <a:ea typeface="Unbounded"/>
                          <a:cs typeface="Unbounded"/>
                          <a:sym typeface="Unbounded"/>
                        </a:rPr>
                        <a:t>Use Case</a:t>
                      </a:r>
                      <a:endParaRPr b="1" sz="1200">
                        <a:solidFill>
                          <a:schemeClr val="dk2"/>
                        </a:solidFill>
                        <a:latin typeface="Unbounded"/>
                        <a:ea typeface="Unbounded"/>
                        <a:cs typeface="Unbounded"/>
                        <a:sym typeface="Unbounded"/>
                      </a:endParaRPr>
                    </a:p>
                  </a:txBody>
                  <a:tcPr marT="91425" marB="91425" marR="91425" marL="91425"/>
                </a:tc>
              </a:tr>
              <a:tr h="238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2"/>
                          </a:solidFill>
                          <a:latin typeface="Unbounded"/>
                          <a:ea typeface="Unbounded"/>
                          <a:cs typeface="Unbounded"/>
                          <a:sym typeface="Unbounded"/>
                        </a:rPr>
                        <a:t>Form Recognizer</a:t>
                      </a:r>
                      <a:endParaRPr b="1" sz="1200">
                        <a:solidFill>
                          <a:schemeClr val="dk2"/>
                        </a:solidFill>
                        <a:latin typeface="Unbounded"/>
                        <a:ea typeface="Unbounded"/>
                        <a:cs typeface="Unbounded"/>
                        <a:sym typeface="Unbounde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2"/>
                          </a:solidFill>
                          <a:latin typeface="Unbounded"/>
                          <a:ea typeface="Unbounded"/>
                          <a:cs typeface="Unbounded"/>
                          <a:sym typeface="Unbounded"/>
                        </a:rPr>
                        <a:t>Extract data from invoices, receipts, forms</a:t>
                      </a:r>
                      <a:endParaRPr sz="1200">
                        <a:solidFill>
                          <a:schemeClr val="dk2"/>
                        </a:solidFill>
                        <a:latin typeface="Unbounded"/>
                        <a:ea typeface="Unbounded"/>
                        <a:cs typeface="Unbounded"/>
                        <a:sym typeface="Unbounded"/>
                      </a:endParaRPr>
                    </a:p>
                  </a:txBody>
                  <a:tcPr marT="91425" marB="91425" marR="91425" marL="91425"/>
                </a:tc>
              </a:tr>
              <a:tr h="238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2"/>
                          </a:solidFill>
                          <a:latin typeface="Unbounded"/>
                          <a:ea typeface="Unbounded"/>
                          <a:cs typeface="Unbounded"/>
                          <a:sym typeface="Unbounded"/>
                        </a:rPr>
                        <a:t>Metrics Advisor</a:t>
                      </a:r>
                      <a:endParaRPr b="1" sz="1200">
                        <a:solidFill>
                          <a:schemeClr val="dk2"/>
                        </a:solidFill>
                        <a:latin typeface="Unbounded"/>
                        <a:ea typeface="Unbounded"/>
                        <a:cs typeface="Unbounded"/>
                        <a:sym typeface="Unbounde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2"/>
                          </a:solidFill>
                          <a:latin typeface="Unbounded"/>
                          <a:ea typeface="Unbounded"/>
                          <a:cs typeface="Unbounded"/>
                          <a:sym typeface="Unbounded"/>
                        </a:rPr>
                        <a:t>Time series anomaly detection (IoT, monitoring)</a:t>
                      </a:r>
                      <a:endParaRPr sz="1200">
                        <a:solidFill>
                          <a:schemeClr val="dk2"/>
                        </a:solidFill>
                        <a:latin typeface="Unbounded"/>
                        <a:ea typeface="Unbounded"/>
                        <a:cs typeface="Unbounded"/>
                        <a:sym typeface="Unbounded"/>
                      </a:endParaRPr>
                    </a:p>
                  </a:txBody>
                  <a:tcPr marT="91425" marB="91425" marR="91425" marL="91425"/>
                </a:tc>
              </a:tr>
              <a:tr h="238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2"/>
                          </a:solidFill>
                          <a:latin typeface="Unbounded"/>
                          <a:ea typeface="Unbounded"/>
                          <a:cs typeface="Unbounded"/>
                          <a:sym typeface="Unbounded"/>
                        </a:rPr>
                        <a:t>Video Indexer</a:t>
                      </a:r>
                      <a:endParaRPr b="1" sz="1200">
                        <a:solidFill>
                          <a:schemeClr val="dk2"/>
                        </a:solidFill>
                        <a:latin typeface="Unbounded"/>
                        <a:ea typeface="Unbounded"/>
                        <a:cs typeface="Unbounded"/>
                        <a:sym typeface="Unbounde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2"/>
                          </a:solidFill>
                          <a:latin typeface="Unbounded"/>
                          <a:ea typeface="Unbounded"/>
                          <a:cs typeface="Unbounded"/>
                          <a:sym typeface="Unbounded"/>
                        </a:rPr>
                        <a:t>Extract insights from videos (speech, faces, topics)</a:t>
                      </a:r>
                      <a:endParaRPr sz="1200">
                        <a:solidFill>
                          <a:schemeClr val="dk2"/>
                        </a:solidFill>
                        <a:latin typeface="Unbounded"/>
                        <a:ea typeface="Unbounded"/>
                        <a:cs typeface="Unbounded"/>
                        <a:sym typeface="Unbounded"/>
                      </a:endParaRPr>
                    </a:p>
                  </a:txBody>
                  <a:tcPr marT="91425" marB="91425" marR="91425" marL="91425"/>
                </a:tc>
              </a:tr>
              <a:tr h="238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2"/>
                          </a:solidFill>
                          <a:latin typeface="Unbounded"/>
                          <a:ea typeface="Unbounded"/>
                          <a:cs typeface="Unbounded"/>
                          <a:sym typeface="Unbounded"/>
                        </a:rPr>
                        <a:t>Bot Service</a:t>
                      </a:r>
                      <a:endParaRPr b="1" sz="1200">
                        <a:solidFill>
                          <a:schemeClr val="dk2"/>
                        </a:solidFill>
                        <a:latin typeface="Unbounded"/>
                        <a:ea typeface="Unbounded"/>
                        <a:cs typeface="Unbounded"/>
                        <a:sym typeface="Unbounde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2"/>
                          </a:solidFill>
                          <a:latin typeface="Unbounded"/>
                          <a:ea typeface="Unbounded"/>
                          <a:cs typeface="Unbounded"/>
                          <a:sym typeface="Unbounded"/>
                        </a:rPr>
                        <a:t>Build chatbots</a:t>
                      </a:r>
                      <a:endParaRPr sz="1200">
                        <a:solidFill>
                          <a:schemeClr val="dk2"/>
                        </a:solidFill>
                        <a:latin typeface="Unbounded"/>
                        <a:ea typeface="Unbounded"/>
                        <a:cs typeface="Unbounded"/>
                        <a:sym typeface="Unbounded"/>
                      </a:endParaRPr>
                    </a:p>
                  </a:txBody>
                  <a:tcPr marT="91425" marB="91425" marR="91425" marL="91425"/>
                </a:tc>
              </a:tr>
              <a:tr h="238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2"/>
                          </a:solidFill>
                          <a:latin typeface="Unbounded"/>
                          <a:ea typeface="Unbounded"/>
                          <a:cs typeface="Unbounded"/>
                          <a:sym typeface="Unbounded"/>
                        </a:rPr>
                        <a:t>Cognitive Search + AI enrichment</a:t>
                      </a:r>
                      <a:endParaRPr b="1" sz="1200">
                        <a:solidFill>
                          <a:schemeClr val="dk2"/>
                        </a:solidFill>
                        <a:latin typeface="Unbounded"/>
                        <a:ea typeface="Unbounded"/>
                        <a:cs typeface="Unbounded"/>
                        <a:sym typeface="Unbounde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2"/>
                          </a:solidFill>
                          <a:latin typeface="Unbounded"/>
                          <a:ea typeface="Unbounded"/>
                          <a:cs typeface="Unbounded"/>
                          <a:sym typeface="Unbounded"/>
                        </a:rPr>
                        <a:t>Intelligent document search with AI skills</a:t>
                      </a:r>
                      <a:endParaRPr sz="1200">
                        <a:solidFill>
                          <a:schemeClr val="dk2"/>
                        </a:solidFill>
                        <a:latin typeface="Unbounded"/>
                        <a:ea typeface="Unbounded"/>
                        <a:cs typeface="Unbounded"/>
                        <a:sym typeface="Unbounded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44"/>
          <p:cNvSpPr/>
          <p:nvPr/>
        </p:nvSpPr>
        <p:spPr>
          <a:xfrm>
            <a:off x="1544100" y="218250"/>
            <a:ext cx="6004500" cy="44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 sz="1800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How to choose?</a:t>
            </a:r>
            <a:endParaRPr b="1" sz="1800"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0" lvl="0" marL="0" rtl="0" algn="ctr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1" sz="1800"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0" lvl="0" marL="0" marR="0" rtl="0" algn="ctr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</p:txBody>
      </p:sp>
      <p:sp>
        <p:nvSpPr>
          <p:cNvPr id="205" name="Google Shape;205;p44"/>
          <p:cNvSpPr/>
          <p:nvPr/>
        </p:nvSpPr>
        <p:spPr>
          <a:xfrm>
            <a:off x="562900" y="1045150"/>
            <a:ext cx="8291400" cy="25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400"/>
              <a:buFont typeface="Unbounded"/>
              <a:buChar char="●"/>
            </a:pPr>
            <a:r>
              <a:rPr lang="en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Need structured data from documents? → Form Recognizer</a:t>
            </a:r>
            <a:endParaRPr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400"/>
              <a:buFont typeface="Unbounded"/>
              <a:buChar char="●"/>
            </a:pPr>
            <a:r>
              <a:rPr lang="en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Need anomaly detection? → Metrics Advisor</a:t>
            </a:r>
            <a:endParaRPr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400"/>
              <a:buFont typeface="Unbounded"/>
              <a:buChar char="●"/>
            </a:pPr>
            <a:r>
              <a:rPr lang="en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Video understanding? → Video Indexer</a:t>
            </a:r>
            <a:endParaRPr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400"/>
              <a:buFont typeface="Unbounded"/>
              <a:buChar char="●"/>
            </a:pPr>
            <a:r>
              <a:rPr lang="en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Q&amp;A chatbot? → Bot Service</a:t>
            </a:r>
            <a:endParaRPr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400"/>
              <a:buFont typeface="Unbounded"/>
              <a:buChar char="●"/>
            </a:pPr>
            <a:r>
              <a:rPr lang="en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Knowledge portal? → Cognitive Search</a:t>
            </a:r>
            <a:endParaRPr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45"/>
          <p:cNvSpPr/>
          <p:nvPr/>
        </p:nvSpPr>
        <p:spPr>
          <a:xfrm>
            <a:off x="1544100" y="218250"/>
            <a:ext cx="6004500" cy="44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 sz="1800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Configuring Security for Microsoft Azure AI services</a:t>
            </a:r>
            <a:endParaRPr b="1" sz="1800"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0" lvl="0" marL="0" rtl="0" algn="ctr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1" sz="1800"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0" lvl="0" marL="0" marR="0" rtl="0" algn="ctr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</p:txBody>
      </p:sp>
      <p:sp>
        <p:nvSpPr>
          <p:cNvPr id="212" name="Google Shape;212;p45"/>
          <p:cNvSpPr/>
          <p:nvPr/>
        </p:nvSpPr>
        <p:spPr>
          <a:xfrm>
            <a:off x="562900" y="1045150"/>
            <a:ext cx="8291400" cy="38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Manage account keys</a:t>
            </a:r>
            <a:endParaRPr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400"/>
              <a:buFont typeface="Unbounded"/>
              <a:buChar char="●"/>
            </a:pPr>
            <a:r>
              <a:rPr lang="en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Cognitive Services create resource keys (KEY1, KEY2)</a:t>
            </a:r>
            <a:endParaRPr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400"/>
              <a:buFont typeface="Unbounded"/>
              <a:buChar char="●"/>
            </a:pPr>
            <a:r>
              <a:rPr lang="en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Store securely in Azure Key Vault</a:t>
            </a:r>
            <a:endParaRPr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400"/>
              <a:buFont typeface="Unbounded"/>
              <a:buChar char="●"/>
            </a:pPr>
            <a:r>
              <a:rPr lang="en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Rotate keys regularly (built-in key regeneration)</a:t>
            </a:r>
            <a:endParaRPr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Manage authentication</a:t>
            </a:r>
            <a:endParaRPr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400"/>
              <a:buFont typeface="Unbounded"/>
              <a:buChar char="●"/>
            </a:pPr>
            <a:r>
              <a:rPr lang="en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Resource keys (simplest, but app-level)</a:t>
            </a:r>
            <a:endParaRPr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400"/>
              <a:buFont typeface="Unbounded"/>
              <a:buChar char="●"/>
            </a:pPr>
            <a:r>
              <a:rPr lang="en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Azure AD token-based auth (better security)</a:t>
            </a:r>
            <a:endParaRPr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400"/>
              <a:buFont typeface="Unbounded"/>
              <a:buChar char="●"/>
            </a:pPr>
            <a:r>
              <a:rPr lang="en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For multi-service apps: use Managed Identity to avoid hardcoding secrets</a:t>
            </a:r>
            <a:endParaRPr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46"/>
          <p:cNvSpPr/>
          <p:nvPr/>
        </p:nvSpPr>
        <p:spPr>
          <a:xfrm>
            <a:off x="1544100" y="218250"/>
            <a:ext cx="6004500" cy="44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 sz="1800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Configuring Security for Microsoft Azure AI services</a:t>
            </a:r>
            <a:endParaRPr b="1" sz="1800"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0" lvl="0" marL="0" rtl="0" algn="ctr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1" sz="1800"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0" lvl="0" marL="0" marR="0" rtl="0" algn="ctr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</p:txBody>
      </p:sp>
      <p:sp>
        <p:nvSpPr>
          <p:cNvPr id="219" name="Google Shape;219;p46"/>
          <p:cNvSpPr/>
          <p:nvPr/>
        </p:nvSpPr>
        <p:spPr>
          <a:xfrm>
            <a:off x="562900" y="1045150"/>
            <a:ext cx="8291400" cy="38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Secure services with Virtual Networks (VNet)</a:t>
            </a:r>
            <a:endParaRPr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400"/>
              <a:buFont typeface="Unbounded"/>
              <a:buChar char="●"/>
            </a:pPr>
            <a:r>
              <a:rPr lang="en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Deploy Cognitive Services inside VNet (private endpoint)</a:t>
            </a:r>
            <a:endParaRPr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400"/>
              <a:buFont typeface="Unbounded"/>
              <a:buChar char="●"/>
            </a:pPr>
            <a:r>
              <a:rPr lang="en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Block direct public access</a:t>
            </a:r>
            <a:endParaRPr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400"/>
              <a:buFont typeface="Unbounded"/>
              <a:buChar char="●"/>
            </a:pPr>
            <a:r>
              <a:rPr lang="en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Combine with:</a:t>
            </a:r>
            <a:endParaRPr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-317500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400"/>
              <a:buFont typeface="Unbounded"/>
              <a:buChar char="○"/>
            </a:pPr>
            <a:r>
              <a:rPr lang="en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Network Security Groups (NSGs)</a:t>
            </a:r>
            <a:endParaRPr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-317500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400"/>
              <a:buFont typeface="Unbounded"/>
              <a:buChar char="○"/>
            </a:pPr>
            <a:r>
              <a:rPr lang="en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Azure Firewall or Application Gateway</a:t>
            </a:r>
            <a:endParaRPr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47"/>
          <p:cNvSpPr/>
          <p:nvPr/>
        </p:nvSpPr>
        <p:spPr>
          <a:xfrm>
            <a:off x="1544100" y="218250"/>
            <a:ext cx="6004500" cy="44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 sz="1800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Plan for Responsible AI</a:t>
            </a:r>
            <a:endParaRPr b="1" sz="1800"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0" lvl="0" marL="0" rtl="0" algn="ctr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1" sz="1800"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0" lvl="0" marL="0" marR="0" rtl="0" algn="ctr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</p:txBody>
      </p:sp>
      <p:graphicFrame>
        <p:nvGraphicFramePr>
          <p:cNvPr id="226" name="Google Shape;226;p47"/>
          <p:cNvGraphicFramePr/>
          <p:nvPr/>
        </p:nvGraphicFramePr>
        <p:xfrm>
          <a:off x="381000" y="990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{DB82E459-A1B3-489D-AFB6-673335426935}</a:tableStyleId>
              </a:tblPr>
              <a:tblGrid>
                <a:gridCol w="1662525"/>
                <a:gridCol w="2327550"/>
                <a:gridCol w="4444525"/>
              </a:tblGrid>
              <a:tr h="2381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2"/>
                          </a:solidFill>
                          <a:latin typeface="Unbounded"/>
                          <a:ea typeface="Unbounded"/>
                          <a:cs typeface="Unbounded"/>
                          <a:sym typeface="Unbounded"/>
                        </a:rPr>
                        <a:t>Principle</a:t>
                      </a:r>
                      <a:endParaRPr b="1" sz="1200">
                        <a:solidFill>
                          <a:schemeClr val="dk2"/>
                        </a:solidFill>
                        <a:latin typeface="Unbounded"/>
                        <a:ea typeface="Unbounded"/>
                        <a:cs typeface="Unbounded"/>
                        <a:sym typeface="Unbounde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2"/>
                          </a:solidFill>
                          <a:latin typeface="Unbounded"/>
                          <a:ea typeface="Unbounded"/>
                          <a:cs typeface="Unbounded"/>
                          <a:sym typeface="Unbounded"/>
                        </a:rPr>
                        <a:t>What it means</a:t>
                      </a:r>
                      <a:endParaRPr b="1" sz="1200">
                        <a:solidFill>
                          <a:schemeClr val="dk2"/>
                        </a:solidFill>
                        <a:latin typeface="Unbounded"/>
                        <a:ea typeface="Unbounded"/>
                        <a:cs typeface="Unbounded"/>
                        <a:sym typeface="Unbounde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2"/>
                          </a:solidFill>
                          <a:latin typeface="Unbounded"/>
                          <a:ea typeface="Unbounded"/>
                          <a:cs typeface="Unbounded"/>
                          <a:sym typeface="Unbounded"/>
                        </a:rPr>
                        <a:t>Example</a:t>
                      </a:r>
                      <a:endParaRPr b="1" sz="1200">
                        <a:solidFill>
                          <a:schemeClr val="dk2"/>
                        </a:solidFill>
                        <a:latin typeface="Unbounded"/>
                        <a:ea typeface="Unbounded"/>
                        <a:cs typeface="Unbounded"/>
                        <a:sym typeface="Unbounded"/>
                      </a:endParaRPr>
                    </a:p>
                  </a:txBody>
                  <a:tcPr marT="91425" marB="91425" marR="91425" marL="91425"/>
                </a:tc>
              </a:tr>
              <a:tr h="238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2"/>
                          </a:solidFill>
                          <a:latin typeface="Unbounded"/>
                          <a:ea typeface="Unbounded"/>
                          <a:cs typeface="Unbounded"/>
                          <a:sym typeface="Unbounded"/>
                        </a:rPr>
                        <a:t>Fairness</a:t>
                      </a:r>
                      <a:endParaRPr b="1" sz="1200">
                        <a:solidFill>
                          <a:schemeClr val="dk2"/>
                        </a:solidFill>
                        <a:latin typeface="Unbounded"/>
                        <a:ea typeface="Unbounded"/>
                        <a:cs typeface="Unbounded"/>
                        <a:sym typeface="Unbounde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2"/>
                          </a:solidFill>
                          <a:latin typeface="Unbounded"/>
                          <a:ea typeface="Unbounded"/>
                          <a:cs typeface="Unbounded"/>
                          <a:sym typeface="Unbounded"/>
                        </a:rPr>
                        <a:t>Avoid bias</a:t>
                      </a:r>
                      <a:endParaRPr sz="1200">
                        <a:solidFill>
                          <a:schemeClr val="dk2"/>
                        </a:solidFill>
                        <a:latin typeface="Unbounded"/>
                        <a:ea typeface="Unbounded"/>
                        <a:cs typeface="Unbounded"/>
                        <a:sym typeface="Unbounde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2"/>
                          </a:solidFill>
                          <a:latin typeface="Unbounded"/>
                          <a:ea typeface="Unbounded"/>
                          <a:cs typeface="Unbounded"/>
                          <a:sym typeface="Unbounded"/>
                        </a:rPr>
                        <a:t>Test models on diverse data</a:t>
                      </a:r>
                      <a:endParaRPr sz="1200">
                        <a:solidFill>
                          <a:schemeClr val="dk2"/>
                        </a:solidFill>
                        <a:latin typeface="Unbounded"/>
                        <a:ea typeface="Unbounded"/>
                        <a:cs typeface="Unbounded"/>
                        <a:sym typeface="Unbounded"/>
                      </a:endParaRPr>
                    </a:p>
                  </a:txBody>
                  <a:tcPr marT="91425" marB="91425" marR="91425" marL="91425"/>
                </a:tc>
              </a:tr>
              <a:tr h="238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2"/>
                          </a:solidFill>
                          <a:latin typeface="Unbounded"/>
                          <a:ea typeface="Unbounded"/>
                          <a:cs typeface="Unbounded"/>
                          <a:sym typeface="Unbounded"/>
                        </a:rPr>
                        <a:t>Reliability</a:t>
                      </a:r>
                      <a:endParaRPr b="1" sz="1200">
                        <a:solidFill>
                          <a:schemeClr val="dk2"/>
                        </a:solidFill>
                        <a:latin typeface="Unbounded"/>
                        <a:ea typeface="Unbounded"/>
                        <a:cs typeface="Unbounded"/>
                        <a:sym typeface="Unbounde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2"/>
                          </a:solidFill>
                          <a:latin typeface="Unbounded"/>
                          <a:ea typeface="Unbounded"/>
                          <a:cs typeface="Unbounded"/>
                          <a:sym typeface="Unbounded"/>
                        </a:rPr>
                        <a:t>Ensure consistent behavior</a:t>
                      </a:r>
                      <a:endParaRPr sz="1200">
                        <a:solidFill>
                          <a:schemeClr val="dk2"/>
                        </a:solidFill>
                        <a:latin typeface="Unbounded"/>
                        <a:ea typeface="Unbounded"/>
                        <a:cs typeface="Unbounded"/>
                        <a:sym typeface="Unbounde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2"/>
                          </a:solidFill>
                          <a:latin typeface="Unbounded"/>
                          <a:ea typeface="Unbounded"/>
                          <a:cs typeface="Unbounded"/>
                          <a:sym typeface="Unbounded"/>
                        </a:rPr>
                        <a:t>Monitor predictions over time</a:t>
                      </a:r>
                      <a:endParaRPr sz="1200">
                        <a:solidFill>
                          <a:schemeClr val="dk2"/>
                        </a:solidFill>
                        <a:latin typeface="Unbounded"/>
                        <a:ea typeface="Unbounded"/>
                        <a:cs typeface="Unbounded"/>
                        <a:sym typeface="Unbounded"/>
                      </a:endParaRPr>
                    </a:p>
                  </a:txBody>
                  <a:tcPr marT="91425" marB="91425" marR="91425" marL="91425"/>
                </a:tc>
              </a:tr>
              <a:tr h="238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2"/>
                          </a:solidFill>
                          <a:latin typeface="Unbounded"/>
                          <a:ea typeface="Unbounded"/>
                          <a:cs typeface="Unbounded"/>
                          <a:sym typeface="Unbounded"/>
                        </a:rPr>
                        <a:t>Privacy &amp; security</a:t>
                      </a:r>
                      <a:endParaRPr b="1" sz="1200">
                        <a:solidFill>
                          <a:schemeClr val="dk2"/>
                        </a:solidFill>
                        <a:latin typeface="Unbounded"/>
                        <a:ea typeface="Unbounded"/>
                        <a:cs typeface="Unbounded"/>
                        <a:sym typeface="Unbounde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2"/>
                          </a:solidFill>
                          <a:latin typeface="Unbounded"/>
                          <a:ea typeface="Unbounded"/>
                          <a:cs typeface="Unbounded"/>
                          <a:sym typeface="Unbounded"/>
                        </a:rPr>
                        <a:t>Protect data</a:t>
                      </a:r>
                      <a:endParaRPr sz="1200">
                        <a:solidFill>
                          <a:schemeClr val="dk2"/>
                        </a:solidFill>
                        <a:latin typeface="Unbounded"/>
                        <a:ea typeface="Unbounded"/>
                        <a:cs typeface="Unbounded"/>
                        <a:sym typeface="Unbounde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2"/>
                          </a:solidFill>
                          <a:latin typeface="Unbounded"/>
                          <a:ea typeface="Unbounded"/>
                          <a:cs typeface="Unbounded"/>
                          <a:sym typeface="Unbounded"/>
                        </a:rPr>
                        <a:t>Use encryption, secure endpoints</a:t>
                      </a:r>
                      <a:endParaRPr sz="1200">
                        <a:solidFill>
                          <a:schemeClr val="dk2"/>
                        </a:solidFill>
                        <a:latin typeface="Unbounded"/>
                        <a:ea typeface="Unbounded"/>
                        <a:cs typeface="Unbounded"/>
                        <a:sym typeface="Unbounded"/>
                      </a:endParaRPr>
                    </a:p>
                  </a:txBody>
                  <a:tcPr marT="91425" marB="91425" marR="91425" marL="91425"/>
                </a:tc>
              </a:tr>
              <a:tr h="238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2"/>
                          </a:solidFill>
                          <a:latin typeface="Unbounded"/>
                          <a:ea typeface="Unbounded"/>
                          <a:cs typeface="Unbounded"/>
                          <a:sym typeface="Unbounded"/>
                        </a:rPr>
                        <a:t>Inclusiveness</a:t>
                      </a:r>
                      <a:endParaRPr b="1" sz="1200">
                        <a:solidFill>
                          <a:schemeClr val="dk2"/>
                        </a:solidFill>
                        <a:latin typeface="Unbounded"/>
                        <a:ea typeface="Unbounded"/>
                        <a:cs typeface="Unbounded"/>
                        <a:sym typeface="Unbounde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2"/>
                          </a:solidFill>
                          <a:latin typeface="Unbounded"/>
                          <a:ea typeface="Unbounded"/>
                          <a:cs typeface="Unbounded"/>
                          <a:sym typeface="Unbounded"/>
                        </a:rPr>
                        <a:t>Design for all users</a:t>
                      </a:r>
                      <a:endParaRPr sz="1200">
                        <a:solidFill>
                          <a:schemeClr val="dk2"/>
                        </a:solidFill>
                        <a:latin typeface="Unbounded"/>
                        <a:ea typeface="Unbounded"/>
                        <a:cs typeface="Unbounded"/>
                        <a:sym typeface="Unbounde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2"/>
                          </a:solidFill>
                          <a:latin typeface="Unbounded"/>
                          <a:ea typeface="Unbounded"/>
                          <a:cs typeface="Unbounded"/>
                          <a:sym typeface="Unbounded"/>
                        </a:rPr>
                        <a:t>Support multiple languages, accessibility</a:t>
                      </a:r>
                      <a:endParaRPr sz="1200">
                        <a:solidFill>
                          <a:schemeClr val="dk2"/>
                        </a:solidFill>
                        <a:latin typeface="Unbounded"/>
                        <a:ea typeface="Unbounded"/>
                        <a:cs typeface="Unbounded"/>
                        <a:sym typeface="Unbounded"/>
                      </a:endParaRPr>
                    </a:p>
                  </a:txBody>
                  <a:tcPr marT="91425" marB="91425" marR="91425" marL="91425"/>
                </a:tc>
              </a:tr>
              <a:tr h="238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2"/>
                          </a:solidFill>
                          <a:latin typeface="Unbounded"/>
                          <a:ea typeface="Unbounded"/>
                          <a:cs typeface="Unbounded"/>
                          <a:sym typeface="Unbounded"/>
                        </a:rPr>
                        <a:t>Transparency</a:t>
                      </a:r>
                      <a:endParaRPr b="1" sz="1200">
                        <a:solidFill>
                          <a:schemeClr val="dk2"/>
                        </a:solidFill>
                        <a:latin typeface="Unbounded"/>
                        <a:ea typeface="Unbounded"/>
                        <a:cs typeface="Unbounded"/>
                        <a:sym typeface="Unbounde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2"/>
                          </a:solidFill>
                          <a:latin typeface="Unbounded"/>
                          <a:ea typeface="Unbounded"/>
                          <a:cs typeface="Unbounded"/>
                          <a:sym typeface="Unbounded"/>
                        </a:rPr>
                        <a:t>Explain how AI works</a:t>
                      </a:r>
                      <a:endParaRPr sz="1200">
                        <a:solidFill>
                          <a:schemeClr val="dk2"/>
                        </a:solidFill>
                        <a:latin typeface="Unbounded"/>
                        <a:ea typeface="Unbounded"/>
                        <a:cs typeface="Unbounded"/>
                        <a:sym typeface="Unbounde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2"/>
                          </a:solidFill>
                          <a:latin typeface="Unbounded"/>
                          <a:ea typeface="Unbounded"/>
                          <a:cs typeface="Unbounded"/>
                          <a:sym typeface="Unbounded"/>
                        </a:rPr>
                        <a:t>Provide explanations or confidence scores</a:t>
                      </a:r>
                      <a:endParaRPr sz="1200">
                        <a:solidFill>
                          <a:schemeClr val="dk2"/>
                        </a:solidFill>
                        <a:latin typeface="Unbounded"/>
                        <a:ea typeface="Unbounded"/>
                        <a:cs typeface="Unbounded"/>
                        <a:sym typeface="Unbounded"/>
                      </a:endParaRPr>
                    </a:p>
                  </a:txBody>
                  <a:tcPr marT="91425" marB="91425" marR="91425" marL="91425"/>
                </a:tc>
              </a:tr>
              <a:tr h="238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2"/>
                          </a:solidFill>
                          <a:latin typeface="Unbounded"/>
                          <a:ea typeface="Unbounded"/>
                          <a:cs typeface="Unbounded"/>
                          <a:sym typeface="Unbounded"/>
                        </a:rPr>
                        <a:t>Accountability</a:t>
                      </a:r>
                      <a:endParaRPr b="1" sz="1200">
                        <a:solidFill>
                          <a:schemeClr val="dk2"/>
                        </a:solidFill>
                        <a:latin typeface="Unbounded"/>
                        <a:ea typeface="Unbounded"/>
                        <a:cs typeface="Unbounded"/>
                        <a:sym typeface="Unbounde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2"/>
                          </a:solidFill>
                          <a:latin typeface="Unbounded"/>
                          <a:ea typeface="Unbounded"/>
                          <a:cs typeface="Unbounded"/>
                          <a:sym typeface="Unbounded"/>
                        </a:rPr>
                        <a:t>Human oversight</a:t>
                      </a:r>
                      <a:endParaRPr sz="1200">
                        <a:solidFill>
                          <a:schemeClr val="dk2"/>
                        </a:solidFill>
                        <a:latin typeface="Unbounded"/>
                        <a:ea typeface="Unbounded"/>
                        <a:cs typeface="Unbounded"/>
                        <a:sym typeface="Unbounde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2"/>
                          </a:solidFill>
                          <a:latin typeface="Unbounded"/>
                          <a:ea typeface="Unbounded"/>
                          <a:cs typeface="Unbounded"/>
                          <a:sym typeface="Unbounded"/>
                        </a:rPr>
                        <a:t>Human-in-the-loop approvals for high-risk decisions</a:t>
                      </a:r>
                      <a:endParaRPr sz="1200">
                        <a:solidFill>
                          <a:schemeClr val="dk2"/>
                        </a:solidFill>
                        <a:latin typeface="Unbounded"/>
                        <a:ea typeface="Unbounded"/>
                        <a:cs typeface="Unbounded"/>
                        <a:sym typeface="Unbounded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2" name="Google Shape;232;p48"/>
          <p:cNvPicPr preferRelativeResize="0"/>
          <p:nvPr/>
        </p:nvPicPr>
        <p:blipFill rotWithShape="1">
          <a:blip r:embed="rId3">
            <a:alphaModFix/>
          </a:blip>
          <a:srcRect b="0" l="16656" r="16663" t="0"/>
          <a:stretch/>
        </p:blipFill>
        <p:spPr>
          <a:xfrm>
            <a:off x="0" y="0"/>
            <a:ext cx="3428550" cy="5143050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48"/>
          <p:cNvSpPr/>
          <p:nvPr/>
        </p:nvSpPr>
        <p:spPr>
          <a:xfrm>
            <a:off x="3925125" y="1795500"/>
            <a:ext cx="4722300" cy="88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 strike="noStrike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Questions?</a:t>
            </a:r>
            <a:endParaRPr b="0" sz="2800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48"/>
          <p:cNvSpPr/>
          <p:nvPr/>
        </p:nvSpPr>
        <p:spPr>
          <a:xfrm>
            <a:off x="3925125" y="2322675"/>
            <a:ext cx="4722300" cy="45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500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"He who asks a question is a fool for a minute; he who does not remains a fool forever." – Confucius</a:t>
            </a:r>
            <a:endParaRPr b="0" sz="1500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