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Unbounded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0B1D33-6367-4C6D-82A0-7EB61DFD938F}">
  <a:tblStyle styleId="{120B1D33-6367-4C6D-82A0-7EB61DFD93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nbounded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regular.fntdata"/><Relationship Id="rId30" Type="http://schemas.openxmlformats.org/officeDocument/2006/relationships/font" Target="fonts/Unbounded-bold.fntdata"/><Relationship Id="rId11" Type="http://schemas.openxmlformats.org/officeDocument/2006/relationships/slide" Target="slides/slide3.xml"/><Relationship Id="rId33" Type="http://schemas.openxmlformats.org/officeDocument/2006/relationships/font" Target="fonts/OpenSans-italic.fntdata"/><Relationship Id="rId10" Type="http://schemas.openxmlformats.org/officeDocument/2006/relationships/slide" Target="slides/slide2.xml"/><Relationship Id="rId32" Type="http://schemas.openxmlformats.org/officeDocument/2006/relationships/font" Target="fonts/OpenSans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e25247aab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6e25247aab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e25247aab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25247aab_0_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6e25247aab_0_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e25247aab_0_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a1fc387c1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6a1fc387c1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a1fc387c1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e25247aab_0_3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6e25247aab_0_3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e25247aab_0_3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e25247aab_0_2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6e25247aab_0_2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e25247aab_0_2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e25247aab_0_3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6e25247aab_0_3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e25247aab_0_3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e25247aab_0_4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6e25247aab_0_4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e25247aab_0_4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e25247aab_0_1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6e25247aab_0_1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e25247aab_0_1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a20320c31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6a20320c31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6a20320c31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a20320c31_0_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6a20320c31_0_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a20320c31_0_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95bbfe020_0_6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695bbfe020_0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695bbfe020_0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95bbfe020_0_5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695bbfe020_0_5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95bbfe020_0_5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229375" y="1158950"/>
            <a:ext cx="86859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Attention Mechanism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 have to know the past to understand the present — Carl Sagan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086900" y="218250"/>
            <a:ext cx="5817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10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Attention?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375775" y="660750"/>
            <a:ext cx="84552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RNNs struggle with long-term dependencies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Encoder–decoder models compress all information into a fixed-size vector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Attention allows the model to focus on relevant parts of the input sequence at each output step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Inspired by human cognitive attention: we don’t process everything equally at once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/>
          <p:nvPr/>
        </p:nvSpPr>
        <p:spPr>
          <a:xfrm>
            <a:off x="1544100" y="1285050"/>
            <a:ext cx="6004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BUT…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/>
          <p:nvPr/>
        </p:nvSpPr>
        <p:spPr>
          <a:xfrm>
            <a:off x="375775" y="1774268"/>
            <a:ext cx="84552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Before Attention Mechanism, It’s Necessary to Understand Encoder-Decoder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Encoder–Decoder Architecture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813150"/>
            <a:ext cx="69627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Motivation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4"/>
          <p:cNvSpPr/>
          <p:nvPr/>
        </p:nvSpPr>
        <p:spPr>
          <a:xfrm>
            <a:off x="375775" y="786800"/>
            <a:ext cx="85020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Many NLP tasks require transforming an input sequence → output sequence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E.g., translation: “I love NLP” → “Ich liebe NLP”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Fixed-size models struggle with variable-length inputs/outputs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Encoder–decoder models solve this by: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Using an encoder to understand the input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Using a decoder to generate the output, step by step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Encoder-Decoder Model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5"/>
          <p:cNvSpPr/>
          <p:nvPr/>
        </p:nvSpPr>
        <p:spPr>
          <a:xfrm>
            <a:off x="375775" y="786800"/>
            <a:ext cx="85020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neural network most widely associated with the transformer architecture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Used in seq-seq learning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Used to handle sequential data, specifically mapping input sequences to output sequences of different lengths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 encoder-decoder network generates variable length output sequence 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corresponding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to an input sequence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6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6"/>
          <p:cNvSpPr/>
          <p:nvPr/>
        </p:nvSpPr>
        <p:spPr>
          <a:xfrm>
            <a:off x="1975975" y="863000"/>
            <a:ext cx="57072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RNN, LSTM, GRU (or Transformer encoder)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Reads entire input sequence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Produces hidden states: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Last hidden state (traditional)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Sequence of hidden states (for attention)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Decoder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7"/>
          <p:cNvSpPr/>
          <p:nvPr/>
        </p:nvSpPr>
        <p:spPr>
          <a:xfrm>
            <a:off x="1772700" y="863000"/>
            <a:ext cx="61392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RNN, LSTM, GRU (or Transformer decoder)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Generates the output sequence one token at a time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Context from encoder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Its own previous outputs (auto-regressive)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Encoder-Decoder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813150"/>
            <a:ext cx="6858000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Key Idea of Attention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9"/>
          <p:cNvSpPr/>
          <p:nvPr/>
        </p:nvSpPr>
        <p:spPr>
          <a:xfrm>
            <a:off x="375775" y="786800"/>
            <a:ext cx="85020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 each output, compute a weighted combination of all input hidden states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weights (attention scores) tell the model how much to focus on each input token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Enables dynamic context instead of fixed vectors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 example, for the sentence “A man has a red flower in his right hand”, attention mechanism assigns trainable weights to the embeddings of input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39" name="Google Shape;239;p49"/>
          <p:cNvGraphicFramePr/>
          <p:nvPr/>
        </p:nvGraphicFramePr>
        <p:xfrm>
          <a:off x="799850" y="38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{120B1D33-6367-4C6D-82A0-7EB61DFD938F}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man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has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red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flower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his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right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hand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 0.10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0.20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0.25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0.02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0.20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0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Components of Attention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/>
          <p:nvPr/>
        </p:nvSpPr>
        <p:spPr>
          <a:xfrm>
            <a:off x="375775" y="786800"/>
            <a:ext cx="85020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Let’s say: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Query = decoder hidden state at time 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Keys = encoder hidden states for all input steps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Values = same as keys (usually)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Formulas: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Score: Compute alignment scores between Query q and each Key kᵢ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functions: dot-product, additive, scaled dot-product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Weights: Apply softmax over the scores → attention weights αᵢ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Context vector: Weighted sum of Value vectors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score(q, kᵢ) = q · kᵢ\nαᵢ = softmax(score(q, kᵢ))\ncontext = Σ αᵢ * vᵢ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Types of Attention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1"/>
          <p:cNvSpPr/>
          <p:nvPr/>
        </p:nvSpPr>
        <p:spPr>
          <a:xfrm>
            <a:off x="375775" y="786800"/>
            <a:ext cx="8502000" cy="4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Global attention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: Considers all parts of the input sequence when making predictions.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Local attention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: Focuses on a smaller, localized region of the input sequence.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Self-attention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: Allows the model to relate different positions within the same input sequence, enabling it to capture complex relationships.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2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Transformer Attention: Self-Attention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2"/>
          <p:cNvSpPr/>
          <p:nvPr/>
        </p:nvSpPr>
        <p:spPr>
          <a:xfrm>
            <a:off x="375775" y="798525"/>
            <a:ext cx="8396400" cy="4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Each token attends to every other token (including itself)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Computes multiple parallel attention heads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Basis of models like BERT and GPT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Attention(Q, K, V) = softmax( (QKᵀ) / √dₖ ) · V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3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67" name="Google Shape;267;p53"/>
          <p:cNvSpPr txBox="1"/>
          <p:nvPr/>
        </p:nvSpPr>
        <p:spPr>
          <a:xfrm>
            <a:off x="1653750" y="1056900"/>
            <a:ext cx="5836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Attention is a mechanism to dynamically focus on relevant input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Replaces the bottleneck of fixed context vectors in RNNs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Essential in modern architectures (e.g., Transformers)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Improves performance in NLP, vision, and beyond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4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4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4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