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3"/>
    <p:sldMasterId id="2147483684" r:id="rId4"/>
    <p:sldMasterId id="214748368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Unbounded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nbounded-regular.fntdata"/><Relationship Id="rId10" Type="http://schemas.openxmlformats.org/officeDocument/2006/relationships/slide" Target="slides/slide4.xml"/><Relationship Id="rId13" Type="http://schemas.openxmlformats.org/officeDocument/2006/relationships/font" Target="fonts/OpenSans-regular.fntdata"/><Relationship Id="rId12" Type="http://schemas.openxmlformats.org/officeDocument/2006/relationships/font" Target="fonts/Unbounded-bold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b1bdceee2_2_54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4b1bdceee2_2_54:notes"/>
          <p:cNvSpPr txBox="1"/>
          <p:nvPr>
            <p:ph idx="1" type="body"/>
          </p:nvPr>
        </p:nvSpPr>
        <p:spPr>
          <a:xfrm>
            <a:off x="571500" y="2750400"/>
            <a:ext cx="4571400" cy="224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4b1bdceee2_2_5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1bdceee2_2_65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4b1bdceee2_2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b1bdceee2_2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855f74831_0_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6855f74831_0_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6855f74831_0_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b1bdceee2_2_47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g34b1bdceee2_2_47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4b1bdceee2_2_47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13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26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496125" y="822825"/>
            <a:ext cx="3902625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Artificial Intelligence (Machine Learning &amp; Deep Learning)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496125" y="3828150"/>
            <a:ext cx="8151300" cy="2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NAVTCC &amp; Strings Technologies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496125" y="4224825"/>
            <a:ext cx="226350" cy="22635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" name="Google Shape;1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850" y="4229775"/>
            <a:ext cx="216900" cy="2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9"/>
          <p:cNvSpPr/>
          <p:nvPr/>
        </p:nvSpPr>
        <p:spPr>
          <a:xfrm>
            <a:off x="793800" y="4214475"/>
            <a:ext cx="2173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by Salman Ahmad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0363" y="0"/>
            <a:ext cx="2428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/>
          <p:nvPr/>
        </p:nvSpPr>
        <p:spPr>
          <a:xfrm>
            <a:off x="1583400" y="1158950"/>
            <a:ext cx="5977200" cy="3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Introduction and implementation of neural networks using appropriate deep learning API of choice (TensorFlow, PyTorch, Keras)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75" name="Google Shape;175;p40"/>
          <p:cNvSpPr/>
          <p:nvPr/>
        </p:nvSpPr>
        <p:spPr>
          <a:xfrm>
            <a:off x="1883175" y="218250"/>
            <a:ext cx="54027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Outline Week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7</a:t>
            </a: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Day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"/>
          <p:cNvSpPr/>
          <p:nvPr/>
        </p:nvSpPr>
        <p:spPr>
          <a:xfrm>
            <a:off x="3334050" y="2105700"/>
            <a:ext cx="2475900" cy="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No Slides for Today, It’s Time to Code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42"/>
          <p:cNvPicPr preferRelativeResize="0"/>
          <p:nvPr/>
        </p:nvPicPr>
        <p:blipFill rotWithShape="1">
          <a:blip r:embed="rId3">
            <a:alphaModFix/>
          </a:blip>
          <a:srcRect b="0" l="16656" r="16663" t="0"/>
          <a:stretch/>
        </p:blipFill>
        <p:spPr>
          <a:xfrm>
            <a:off x="0" y="0"/>
            <a:ext cx="3428550" cy="51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2"/>
          <p:cNvSpPr/>
          <p:nvPr/>
        </p:nvSpPr>
        <p:spPr>
          <a:xfrm>
            <a:off x="3925125" y="1795500"/>
            <a:ext cx="47223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Questions?</a:t>
            </a:r>
            <a:endParaRPr b="0" sz="2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2"/>
          <p:cNvSpPr/>
          <p:nvPr/>
        </p:nvSpPr>
        <p:spPr>
          <a:xfrm>
            <a:off x="3925125" y="2322675"/>
            <a:ext cx="47223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"He who asks a question is a fool for a minute; he who does not remains a fool forever." – Confucius</a:t>
            </a:r>
            <a:endParaRPr b="0" sz="1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